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Barbu (AKS)" userId="efc0f240-7c5e-4120-bbb2-1c3bc5d0fcbc" providerId="ADAL" clId="{FF1F47C1-2461-4230-94DB-A50574A87C0A}"/>
    <pc:docChg chg="modSld">
      <pc:chgData name="Andrei Barbu (AKS)" userId="efc0f240-7c5e-4120-bbb2-1c3bc5d0fcbc" providerId="ADAL" clId="{FF1F47C1-2461-4230-94DB-A50574A87C0A}" dt="2023-03-02T19:20:05.762" v="448" actId="33524"/>
      <pc:docMkLst>
        <pc:docMk/>
      </pc:docMkLst>
      <pc:sldChg chg="modSp mod modAnim">
        <pc:chgData name="Andrei Barbu (AKS)" userId="efc0f240-7c5e-4120-bbb2-1c3bc5d0fcbc" providerId="ADAL" clId="{FF1F47C1-2461-4230-94DB-A50574A87C0A}" dt="2023-03-02T19:20:05.762" v="448" actId="33524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62C418C2-9756-4A64-A80C-9239A982FC40}"/>
    <pc:docChg chg="modSld">
      <pc:chgData name="Andrei Barbu (AKS)" userId="efc0f240-7c5e-4120-bbb2-1c3bc5d0fcbc" providerId="ADAL" clId="{62C418C2-9756-4A64-A80C-9239A982FC40}" dt="2023-02-28T10:30:23.519" v="44" actId="1076"/>
      <pc:docMkLst>
        <pc:docMk/>
      </pc:docMkLst>
      <pc:sldChg chg="addSp modSp mod modAnim">
        <pc:chgData name="Andrei Barbu (AKS)" userId="efc0f240-7c5e-4120-bbb2-1c3bc5d0fcbc" providerId="ADAL" clId="{62C418C2-9756-4A64-A80C-9239A982FC40}" dt="2023-02-28T10:30:23.519" v="44" actId="1076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37055AFE-8DBB-4465-9E0C-749571CB7869}"/>
    <pc:docChg chg="custSel modSld">
      <pc:chgData name="Andrei Barbu (AKS)" userId="efc0f240-7c5e-4120-bbb2-1c3bc5d0fcbc" providerId="ADAL" clId="{37055AFE-8DBB-4465-9E0C-749571CB7869}" dt="2023-02-03T11:54:12.767" v="16"/>
      <pc:docMkLst>
        <pc:docMk/>
      </pc:docMkLst>
      <pc:sldChg chg="addSp delSp modSp mod modAnim">
        <pc:chgData name="Andrei Barbu (AKS)" userId="efc0f240-7c5e-4120-bbb2-1c3bc5d0fcbc" providerId="ADAL" clId="{37055AFE-8DBB-4465-9E0C-749571CB7869}" dt="2023-02-03T11:54:12.767" v="16"/>
        <pc:sldMkLst>
          <pc:docMk/>
          <pc:sldMk cId="3830965646" sldId="262"/>
        </pc:sldMkLst>
      </pc:sldChg>
    </pc:docChg>
  </pc:docChgLst>
  <pc:docChgLst>
    <pc:chgData name="Andrei Barbu (AKS)" userId="efc0f240-7c5e-4120-bbb2-1c3bc5d0fcbc" providerId="ADAL" clId="{37218C1F-11E7-4E87-9A69-798118A0CE9E}"/>
    <pc:docChg chg="modSld">
      <pc:chgData name="Andrei Barbu (AKS)" userId="efc0f240-7c5e-4120-bbb2-1c3bc5d0fcbc" providerId="ADAL" clId="{37218C1F-11E7-4E87-9A69-798118A0CE9E}" dt="2023-02-19T11:14:33.899" v="851"/>
      <pc:docMkLst>
        <pc:docMk/>
      </pc:docMkLst>
      <pc:sldChg chg="modSp mod modAnim">
        <pc:chgData name="Andrei Barbu (AKS)" userId="efc0f240-7c5e-4120-bbb2-1c3bc5d0fcbc" providerId="ADAL" clId="{37218C1F-11E7-4E87-9A69-798118A0CE9E}" dt="2023-02-19T11:14:33.899" v="851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E424B297-7725-49BF-8C21-D57DCE35D2DF}"/>
    <pc:docChg chg="undo custSel modSld">
      <pc:chgData name="Andrei Barbu (AKS)" userId="efc0f240-7c5e-4120-bbb2-1c3bc5d0fcbc" providerId="ADAL" clId="{E424B297-7725-49BF-8C21-D57DCE35D2DF}" dt="2023-02-28T11:02:04.764" v="76" actId="20577"/>
      <pc:docMkLst>
        <pc:docMk/>
      </pc:docMkLst>
    </pc:docChg>
  </pc:docChgLst>
  <pc:docChgLst>
    <pc:chgData name="Andrei Barbu (AKS)" userId="efc0f240-7c5e-4120-bbb2-1c3bc5d0fcbc" providerId="ADAL" clId="{E656230A-3A18-4A6D-A78C-A60F978755A5}"/>
    <pc:docChg chg="custSel addSld delSld modSld">
      <pc:chgData name="Andrei Barbu (AKS)" userId="efc0f240-7c5e-4120-bbb2-1c3bc5d0fcbc" providerId="ADAL" clId="{E656230A-3A18-4A6D-A78C-A60F978755A5}" dt="2023-02-06T12:04:36.940" v="1598"/>
      <pc:docMkLst>
        <pc:docMk/>
      </pc:docMkLst>
      <pc:sldChg chg="delSp modSp mod delAnim modAnim">
        <pc:chgData name="Andrei Barbu (AKS)" userId="efc0f240-7c5e-4120-bbb2-1c3bc5d0fcbc" providerId="ADAL" clId="{E656230A-3A18-4A6D-A78C-A60F978755A5}" dt="2023-02-06T11:47:07.515" v="1590"/>
        <pc:sldMkLst>
          <pc:docMk/>
          <pc:sldMk cId="2589087757" sldId="261"/>
        </pc:sldMkLst>
      </pc:sldChg>
      <pc:sldChg chg="addSp modSp add mod modAnim">
        <pc:chgData name="Andrei Barbu (AKS)" userId="efc0f240-7c5e-4120-bbb2-1c3bc5d0fcbc" providerId="ADAL" clId="{E656230A-3A18-4A6D-A78C-A60F978755A5}" dt="2023-02-06T11:54:51.666" v="1597"/>
        <pc:sldMkLst>
          <pc:docMk/>
          <pc:sldMk cId="1273855536" sldId="262"/>
        </pc:sldMkLst>
      </pc:sldChg>
      <pc:sldChg chg="del">
        <pc:chgData name="Andrei Barbu (AKS)" userId="efc0f240-7c5e-4120-bbb2-1c3bc5d0fcbc" providerId="ADAL" clId="{E656230A-3A18-4A6D-A78C-A60F978755A5}" dt="2023-02-06T08:35:28.157" v="1" actId="47"/>
        <pc:sldMkLst>
          <pc:docMk/>
          <pc:sldMk cId="3830965646" sldId="262"/>
        </pc:sldMkLst>
      </pc:sldChg>
      <pc:sldChg chg="del">
        <pc:chgData name="Andrei Barbu (AKS)" userId="efc0f240-7c5e-4120-bbb2-1c3bc5d0fcbc" providerId="ADAL" clId="{E656230A-3A18-4A6D-A78C-A60F978755A5}" dt="2023-02-06T08:35:27.070" v="0" actId="47"/>
        <pc:sldMkLst>
          <pc:docMk/>
          <pc:sldMk cId="1877684833" sldId="263"/>
        </pc:sldMkLst>
      </pc:sldChg>
      <pc:sldChg chg="delSp modSp add mod modAnim">
        <pc:chgData name="Andrei Barbu (AKS)" userId="efc0f240-7c5e-4120-bbb2-1c3bc5d0fcbc" providerId="ADAL" clId="{E656230A-3A18-4A6D-A78C-A60F978755A5}" dt="2023-02-06T12:04:36.940" v="1598"/>
        <pc:sldMkLst>
          <pc:docMk/>
          <pc:sldMk cId="3588644777" sldId="263"/>
        </pc:sldMkLst>
      </pc:sldChg>
    </pc:docChg>
  </pc:docChgLst>
  <pc:docChgLst>
    <pc:chgData name="Andrei Barbu (AKS)" userId="efc0f240-7c5e-4120-bbb2-1c3bc5d0fcbc" providerId="ADAL" clId="{B4D19B9B-6056-4BE1-90C5-61BE7C52892E}"/>
    <pc:docChg chg="undo custSel delSld modSld">
      <pc:chgData name="Andrei Barbu (AKS)" userId="efc0f240-7c5e-4120-bbb2-1c3bc5d0fcbc" providerId="ADAL" clId="{B4D19B9B-6056-4BE1-90C5-61BE7C52892E}" dt="2023-02-11T18:09:16.295" v="924"/>
      <pc:docMkLst>
        <pc:docMk/>
      </pc:docMkLst>
      <pc:sldChg chg="addSp delSp modSp mod modAnim">
        <pc:chgData name="Andrei Barbu (AKS)" userId="efc0f240-7c5e-4120-bbb2-1c3bc5d0fcbc" providerId="ADAL" clId="{B4D19B9B-6056-4BE1-90C5-61BE7C52892E}" dt="2023-02-11T18:09:16.295" v="924"/>
        <pc:sldMkLst>
          <pc:docMk/>
          <pc:sldMk cId="2589087757" sldId="261"/>
        </pc:sldMkLst>
      </pc:sldChg>
      <pc:sldChg chg="del">
        <pc:chgData name="Andrei Barbu (AKS)" userId="efc0f240-7c5e-4120-bbb2-1c3bc5d0fcbc" providerId="ADAL" clId="{B4D19B9B-6056-4BE1-90C5-61BE7C52892E}" dt="2023-02-11T16:57:19.765" v="3" actId="2696"/>
        <pc:sldMkLst>
          <pc:docMk/>
          <pc:sldMk cId="995852133" sldId="262"/>
        </pc:sldMkLst>
      </pc:sldChg>
    </pc:docChg>
  </pc:docChgLst>
  <pc:docChgLst>
    <pc:chgData name="Andrei Barbu (AKS)" userId="efc0f240-7c5e-4120-bbb2-1c3bc5d0fcbc" providerId="ADAL" clId="{BBFFD636-6A13-4EB3-AD29-C162B2EDA5C9}"/>
    <pc:docChg chg="undo custSel modSld">
      <pc:chgData name="Andrei Barbu (AKS)" userId="efc0f240-7c5e-4120-bbb2-1c3bc5d0fcbc" providerId="ADAL" clId="{BBFFD636-6A13-4EB3-AD29-C162B2EDA5C9}" dt="2023-02-10T20:54:46.386" v="966"/>
      <pc:docMkLst>
        <pc:docMk/>
      </pc:docMkLst>
      <pc:sldChg chg="addSp delSp modSp mod delAnim modAnim">
        <pc:chgData name="Andrei Barbu (AKS)" userId="efc0f240-7c5e-4120-bbb2-1c3bc5d0fcbc" providerId="ADAL" clId="{BBFFD636-6A13-4EB3-AD29-C162B2EDA5C9}" dt="2023-02-10T20:54:46.386" v="966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3ABF72E5-1D48-4940-B113-0500EB2D38E9}"/>
    <pc:docChg chg="custSel delSld modSld">
      <pc:chgData name="Andrei Barbu (AKS)" userId="efc0f240-7c5e-4120-bbb2-1c3bc5d0fcbc" providerId="ADAL" clId="{3ABF72E5-1D48-4940-B113-0500EB2D38E9}" dt="2023-02-26T13:27:59.727" v="261" actId="255"/>
      <pc:docMkLst>
        <pc:docMk/>
      </pc:docMkLst>
      <pc:sldChg chg="delSp modSp mod delAnim modAnim">
        <pc:chgData name="Andrei Barbu (AKS)" userId="efc0f240-7c5e-4120-bbb2-1c3bc5d0fcbc" providerId="ADAL" clId="{3ABF72E5-1D48-4940-B113-0500EB2D38E9}" dt="2023-02-26T13:27:59.727" v="261" actId="255"/>
        <pc:sldMkLst>
          <pc:docMk/>
          <pc:sldMk cId="778964729" sldId="263"/>
        </pc:sldMkLst>
      </pc:sldChg>
      <pc:sldChg chg="del">
        <pc:chgData name="Andrei Barbu (AKS)" userId="efc0f240-7c5e-4120-bbb2-1c3bc5d0fcbc" providerId="ADAL" clId="{3ABF72E5-1D48-4940-B113-0500EB2D38E9}" dt="2023-02-26T13:17:58.988" v="0" actId="2696"/>
        <pc:sldMkLst>
          <pc:docMk/>
          <pc:sldMk cId="247833327" sldId="264"/>
        </pc:sldMkLst>
      </pc:sldChg>
    </pc:docChg>
  </pc:docChgLst>
  <pc:docChgLst>
    <pc:chgData name="Andrei Barbu (AKS)" userId="efc0f240-7c5e-4120-bbb2-1c3bc5d0fcbc" providerId="ADAL" clId="{A33A18E2-2BF8-4C87-A3E7-CA81778CF585}"/>
    <pc:docChg chg="undo custSel delSld modSld">
      <pc:chgData name="Andrei Barbu (AKS)" userId="efc0f240-7c5e-4120-bbb2-1c3bc5d0fcbc" providerId="ADAL" clId="{A33A18E2-2BF8-4C87-A3E7-CA81778CF585}" dt="2023-02-08T20:47:12.178" v="1261"/>
      <pc:docMkLst>
        <pc:docMk/>
      </pc:docMkLst>
      <pc:sldChg chg="addSp modSp mod modAnim">
        <pc:chgData name="Andrei Barbu (AKS)" userId="efc0f240-7c5e-4120-bbb2-1c3bc5d0fcbc" providerId="ADAL" clId="{A33A18E2-2BF8-4C87-A3E7-CA81778CF585}" dt="2023-02-08T20:47:12.178" v="1261"/>
        <pc:sldMkLst>
          <pc:docMk/>
          <pc:sldMk cId="2589087757" sldId="261"/>
        </pc:sldMkLst>
      </pc:sldChg>
      <pc:sldChg chg="del">
        <pc:chgData name="Andrei Barbu (AKS)" userId="efc0f240-7c5e-4120-bbb2-1c3bc5d0fcbc" providerId="ADAL" clId="{A33A18E2-2BF8-4C87-A3E7-CA81778CF585}" dt="2023-02-07T19:58:13.684" v="2" actId="47"/>
        <pc:sldMkLst>
          <pc:docMk/>
          <pc:sldMk cId="1273855536" sldId="262"/>
        </pc:sldMkLst>
      </pc:sldChg>
      <pc:sldChg chg="del">
        <pc:chgData name="Andrei Barbu (AKS)" userId="efc0f240-7c5e-4120-bbb2-1c3bc5d0fcbc" providerId="ADAL" clId="{A33A18E2-2BF8-4C87-A3E7-CA81778CF585}" dt="2023-02-07T19:58:12.461" v="1" actId="47"/>
        <pc:sldMkLst>
          <pc:docMk/>
          <pc:sldMk cId="3588644777" sldId="263"/>
        </pc:sldMkLst>
      </pc:sldChg>
    </pc:docChg>
  </pc:docChgLst>
  <pc:docChgLst>
    <pc:chgData name="Andrei Barbu (AKS)" userId="efc0f240-7c5e-4120-bbb2-1c3bc5d0fcbc" providerId="ADAL" clId="{C9EBDB6E-672B-4339-A942-C8A28F19EC6E}"/>
    <pc:docChg chg="undo redo custSel addSld modSld">
      <pc:chgData name="Andrei Barbu (AKS)" userId="efc0f240-7c5e-4120-bbb2-1c3bc5d0fcbc" providerId="ADAL" clId="{C9EBDB6E-672B-4339-A942-C8A28F19EC6E}" dt="2023-02-13T17:58:03.889" v="760" actId="20577"/>
      <pc:docMkLst>
        <pc:docMk/>
      </pc:docMkLst>
      <pc:sldChg chg="addSp delSp modSp mod delAnim modAnim">
        <pc:chgData name="Andrei Barbu (AKS)" userId="efc0f240-7c5e-4120-bbb2-1c3bc5d0fcbc" providerId="ADAL" clId="{C9EBDB6E-672B-4339-A942-C8A28F19EC6E}" dt="2023-02-13T17:51:36.745" v="608" actId="1076"/>
        <pc:sldMkLst>
          <pc:docMk/>
          <pc:sldMk cId="2589087757" sldId="261"/>
        </pc:sldMkLst>
      </pc:sldChg>
      <pc:sldChg chg="addSp delSp modSp add mod">
        <pc:chgData name="Andrei Barbu (AKS)" userId="efc0f240-7c5e-4120-bbb2-1c3bc5d0fcbc" providerId="ADAL" clId="{C9EBDB6E-672B-4339-A942-C8A28F19EC6E}" dt="2023-02-13T17:58:03.889" v="760" actId="20577"/>
        <pc:sldMkLst>
          <pc:docMk/>
          <pc:sldMk cId="4218131390" sldId="262"/>
        </pc:sldMkLst>
      </pc:sldChg>
    </pc:docChg>
  </pc:docChgLst>
  <pc:docChgLst>
    <pc:chgData name="Andrei Barbu (AKS)" userId="efc0f240-7c5e-4120-bbb2-1c3bc5d0fcbc" providerId="ADAL" clId="{1FD47361-F809-4AFB-8097-863349C48EE9}"/>
    <pc:docChg chg="undo custSel modSld">
      <pc:chgData name="Andrei Barbu (AKS)" userId="efc0f240-7c5e-4120-bbb2-1c3bc5d0fcbc" providerId="ADAL" clId="{1FD47361-F809-4AFB-8097-863349C48EE9}" dt="2023-02-11T13:26:58.998" v="543" actId="20577"/>
      <pc:docMkLst>
        <pc:docMk/>
      </pc:docMkLst>
      <pc:sldChg chg="addSp delSp modSp mod delAnim modAnim">
        <pc:chgData name="Andrei Barbu (AKS)" userId="efc0f240-7c5e-4120-bbb2-1c3bc5d0fcbc" providerId="ADAL" clId="{1FD47361-F809-4AFB-8097-863349C48EE9}" dt="2023-02-11T13:26:58.998" v="543" actId="20577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807B0ED0-F53A-4C72-82F7-958857437CF4}"/>
    <pc:docChg chg="undo custSel addSld modSld">
      <pc:chgData name="Andrei Barbu (AKS)" userId="efc0f240-7c5e-4120-bbb2-1c3bc5d0fcbc" providerId="ADAL" clId="{807B0ED0-F53A-4C72-82F7-958857437CF4}" dt="2023-02-26T11:12:48.488" v="360"/>
      <pc:docMkLst>
        <pc:docMk/>
      </pc:docMkLst>
      <pc:sldChg chg="addSp delSp modSp mod modAnim">
        <pc:chgData name="Andrei Barbu (AKS)" userId="efc0f240-7c5e-4120-bbb2-1c3bc5d0fcbc" providerId="ADAL" clId="{807B0ED0-F53A-4C72-82F7-958857437CF4}" dt="2023-02-26T11:12:48.488" v="360"/>
        <pc:sldMkLst>
          <pc:docMk/>
          <pc:sldMk cId="778964729" sldId="263"/>
        </pc:sldMkLst>
      </pc:sldChg>
      <pc:sldChg chg="delSp modSp add mod modAnim">
        <pc:chgData name="Andrei Barbu (AKS)" userId="efc0f240-7c5e-4120-bbb2-1c3bc5d0fcbc" providerId="ADAL" clId="{807B0ED0-F53A-4C72-82F7-958857437CF4}" dt="2023-02-26T11:11:01.549" v="357"/>
        <pc:sldMkLst>
          <pc:docMk/>
          <pc:sldMk cId="247833327" sldId="264"/>
        </pc:sldMkLst>
      </pc:sldChg>
    </pc:docChg>
  </pc:docChgLst>
  <pc:docChgLst>
    <pc:chgData name="Andrei Barbu (AKS)" userId="efc0f240-7c5e-4120-bbb2-1c3bc5d0fcbc" providerId="ADAL" clId="{AF20109B-AA37-4176-A8D8-07AD4A9939C3}"/>
    <pc:docChg chg="modSld">
      <pc:chgData name="Andrei Barbu (AKS)" userId="efc0f240-7c5e-4120-bbb2-1c3bc5d0fcbc" providerId="ADAL" clId="{AF20109B-AA37-4176-A8D8-07AD4A9939C3}" dt="2023-02-22T18:25:18.086" v="770" actId="20577"/>
      <pc:docMkLst>
        <pc:docMk/>
      </pc:docMkLst>
    </pc:docChg>
  </pc:docChgLst>
  <pc:docChgLst>
    <pc:chgData name="Andrei Barbu (AKS)" userId="efc0f240-7c5e-4120-bbb2-1c3bc5d0fcbc" providerId="ADAL" clId="{3C112F54-B9A3-4108-BDB7-3FDC67772584}"/>
    <pc:docChg chg="undo custSel delSld modSld">
      <pc:chgData name="Andrei Barbu (AKS)" userId="efc0f240-7c5e-4120-bbb2-1c3bc5d0fcbc" providerId="ADAL" clId="{3C112F54-B9A3-4108-BDB7-3FDC67772584}" dt="2023-02-18T06:39:30.869" v="304"/>
      <pc:docMkLst>
        <pc:docMk/>
      </pc:docMkLst>
      <pc:sldChg chg="del">
        <pc:chgData name="Andrei Barbu (AKS)" userId="efc0f240-7c5e-4120-bbb2-1c3bc5d0fcbc" providerId="ADAL" clId="{3C112F54-B9A3-4108-BDB7-3FDC67772584}" dt="2023-02-18T05:51:31.796" v="0" actId="47"/>
        <pc:sldMkLst>
          <pc:docMk/>
          <pc:sldMk cId="4218131390" sldId="262"/>
        </pc:sldMkLst>
      </pc:sldChg>
      <pc:sldChg chg="addSp delSp modSp mod modAnim">
        <pc:chgData name="Andrei Barbu (AKS)" userId="efc0f240-7c5e-4120-bbb2-1c3bc5d0fcbc" providerId="ADAL" clId="{3C112F54-B9A3-4108-BDB7-3FDC67772584}" dt="2023-02-18T06:39:30.869" v="304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B26CABA3-5A76-4088-8260-CF6E7AE5D915}"/>
    <pc:docChg chg="undo custSel addSld modSld sldOrd">
      <pc:chgData name="Andrei Barbu (AKS)" userId="efc0f240-7c5e-4120-bbb2-1c3bc5d0fcbc" providerId="ADAL" clId="{B26CABA3-5A76-4088-8260-CF6E7AE5D915}" dt="2023-02-17T21:01:23.558" v="180"/>
      <pc:docMkLst>
        <pc:docMk/>
      </pc:docMkLst>
      <pc:sldChg chg="delSp modSp mod ord modAnim">
        <pc:chgData name="Andrei Barbu (AKS)" userId="efc0f240-7c5e-4120-bbb2-1c3bc5d0fcbc" providerId="ADAL" clId="{B26CABA3-5A76-4088-8260-CF6E7AE5D915}" dt="2023-02-17T21:01:23.558" v="180"/>
        <pc:sldMkLst>
          <pc:docMk/>
          <pc:sldMk cId="4218131390" sldId="262"/>
        </pc:sldMkLst>
      </pc:sldChg>
      <pc:sldChg chg="modSp add mod modAnim">
        <pc:chgData name="Andrei Barbu (AKS)" userId="efc0f240-7c5e-4120-bbb2-1c3bc5d0fcbc" providerId="ADAL" clId="{B26CABA3-5A76-4088-8260-CF6E7AE5D915}" dt="2023-02-17T20:58:21.925" v="165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A948A506-D4EF-4D28-AFE4-1B69AEB38B00}"/>
    <pc:docChg chg="custSel delSld modSld">
      <pc:chgData name="Andrei Barbu (AKS)" userId="efc0f240-7c5e-4120-bbb2-1c3bc5d0fcbc" providerId="ADAL" clId="{A948A506-D4EF-4D28-AFE4-1B69AEB38B00}" dt="2023-02-17T16:48:19.911" v="214" actId="20577"/>
      <pc:docMkLst>
        <pc:docMk/>
      </pc:docMkLst>
      <pc:sldChg chg="del">
        <pc:chgData name="Andrei Barbu (AKS)" userId="efc0f240-7c5e-4120-bbb2-1c3bc5d0fcbc" providerId="ADAL" clId="{A948A506-D4EF-4D28-AFE4-1B69AEB38B00}" dt="2023-02-13T18:45:45.794" v="0" actId="47"/>
        <pc:sldMkLst>
          <pc:docMk/>
          <pc:sldMk cId="2589087757" sldId="261"/>
        </pc:sldMkLst>
      </pc:sldChg>
      <pc:sldChg chg="delSp modSp mod modAnim">
        <pc:chgData name="Andrei Barbu (AKS)" userId="efc0f240-7c5e-4120-bbb2-1c3bc5d0fcbc" providerId="ADAL" clId="{A948A506-D4EF-4D28-AFE4-1B69AEB38B00}" dt="2023-02-17T16:48:19.911" v="214" actId="20577"/>
        <pc:sldMkLst>
          <pc:docMk/>
          <pc:sldMk cId="4218131390" sldId="262"/>
        </pc:sldMkLst>
      </pc:sldChg>
    </pc:docChg>
  </pc:docChgLst>
  <pc:docChgLst>
    <pc:chgData name="Andrei Barbu (AKS)" userId="efc0f240-7c5e-4120-bbb2-1c3bc5d0fcbc" providerId="ADAL" clId="{CFC7083E-367E-4B17-95F9-1A5961181DCD}"/>
    <pc:docChg chg="modSld">
      <pc:chgData name="Andrei Barbu (AKS)" userId="efc0f240-7c5e-4120-bbb2-1c3bc5d0fcbc" providerId="ADAL" clId="{CFC7083E-367E-4B17-95F9-1A5961181DCD}" dt="2023-02-24T07:24:45.334" v="201"/>
      <pc:docMkLst>
        <pc:docMk/>
      </pc:docMkLst>
      <pc:sldChg chg="modSp mod modAnim">
        <pc:chgData name="Andrei Barbu (AKS)" userId="efc0f240-7c5e-4120-bbb2-1c3bc5d0fcbc" providerId="ADAL" clId="{CFC7083E-367E-4B17-95F9-1A5961181DCD}" dt="2023-02-24T07:24:45.334" v="201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F130E94F-2913-47AB-AC3D-71CA964D8824}"/>
    <pc:docChg chg="modSld">
      <pc:chgData name="Andrei Barbu (AKS)" userId="efc0f240-7c5e-4120-bbb2-1c3bc5d0fcbc" providerId="ADAL" clId="{F130E94F-2913-47AB-AC3D-71CA964D8824}" dt="2023-02-22T10:43:58.912" v="292" actId="313"/>
      <pc:docMkLst>
        <pc:docMk/>
      </pc:docMkLst>
    </pc:docChg>
  </pc:docChgLst>
  <pc:docChgLst>
    <pc:chgData name="Andrei Barbu (AKS)" userId="efc0f240-7c5e-4120-bbb2-1c3bc5d0fcbc" providerId="ADAL" clId="{2B2355ED-690B-4136-A897-F17EFCDE30EB}"/>
    <pc:docChg chg="custSel addSld modSld">
      <pc:chgData name="Andrei Barbu (AKS)" userId="efc0f240-7c5e-4120-bbb2-1c3bc5d0fcbc" providerId="ADAL" clId="{2B2355ED-690B-4136-A897-F17EFCDE30EB}" dt="2023-02-11T16:05:51.902" v="1438"/>
      <pc:docMkLst>
        <pc:docMk/>
      </pc:docMkLst>
      <pc:sldChg chg="addSp delSp modSp mod delAnim modAnim">
        <pc:chgData name="Andrei Barbu (AKS)" userId="efc0f240-7c5e-4120-bbb2-1c3bc5d0fcbc" providerId="ADAL" clId="{2B2355ED-690B-4136-A897-F17EFCDE30EB}" dt="2023-02-11T16:05:51.902" v="1438"/>
        <pc:sldMkLst>
          <pc:docMk/>
          <pc:sldMk cId="2589087757" sldId="261"/>
        </pc:sldMkLst>
      </pc:sldChg>
      <pc:sldChg chg="addSp delSp modSp add mod">
        <pc:chgData name="Andrei Barbu (AKS)" userId="efc0f240-7c5e-4120-bbb2-1c3bc5d0fcbc" providerId="ADAL" clId="{2B2355ED-690B-4136-A897-F17EFCDE30EB}" dt="2023-02-11T15:22:16.810" v="1110" actId="113"/>
        <pc:sldMkLst>
          <pc:docMk/>
          <pc:sldMk cId="995852133" sldId="262"/>
        </pc:sldMkLst>
      </pc:sldChg>
    </pc:docChg>
  </pc:docChgLst>
  <pc:docChgLst>
    <pc:chgData name="Andrei Barbu (AKS)" userId="efc0f240-7c5e-4120-bbb2-1c3bc5d0fcbc" providerId="ADAL" clId="{AB2D76BD-DF51-470F-9A3D-41B0CC34BDA2}"/>
    <pc:docChg chg="custSel modSld">
      <pc:chgData name="Andrei Barbu (AKS)" userId="efc0f240-7c5e-4120-bbb2-1c3bc5d0fcbc" providerId="ADAL" clId="{AB2D76BD-DF51-470F-9A3D-41B0CC34BDA2}" dt="2023-02-22T11:21:15.594" v="162"/>
      <pc:docMkLst>
        <pc:docMk/>
      </pc:docMkLst>
      <pc:sldChg chg="modSp mod modAnim">
        <pc:chgData name="Andrei Barbu (AKS)" userId="efc0f240-7c5e-4120-bbb2-1c3bc5d0fcbc" providerId="ADAL" clId="{AB2D76BD-DF51-470F-9A3D-41B0CC34BDA2}" dt="2023-02-22T11:21:15.594" v="162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AD4C1E79-A950-45C5-A2DD-244982903936}"/>
    <pc:docChg chg="custSel modSld">
      <pc:chgData name="Andrei Barbu (AKS)" userId="efc0f240-7c5e-4120-bbb2-1c3bc5d0fcbc" providerId="ADAL" clId="{AD4C1E79-A950-45C5-A2DD-244982903936}" dt="2023-02-18T11:51:40.799" v="106" actId="20577"/>
      <pc:docMkLst>
        <pc:docMk/>
      </pc:docMkLst>
    </pc:docChg>
  </pc:docChgLst>
  <pc:docChgLst>
    <pc:chgData name="Andrei Barbu (AKS)" userId="efc0f240-7c5e-4120-bbb2-1c3bc5d0fcbc" providerId="ADAL" clId="{AE380A0D-BBB2-4E75-A930-882D6338653A}"/>
    <pc:docChg chg="undo custSel modSld">
      <pc:chgData name="Andrei Barbu (AKS)" userId="efc0f240-7c5e-4120-bbb2-1c3bc5d0fcbc" providerId="ADAL" clId="{AE380A0D-BBB2-4E75-A930-882D6338653A}" dt="2023-02-12T07:18:32.986" v="359"/>
      <pc:docMkLst>
        <pc:docMk/>
      </pc:docMkLst>
      <pc:sldChg chg="addSp delSp modSp mod delAnim modAnim">
        <pc:chgData name="Andrei Barbu (AKS)" userId="efc0f240-7c5e-4120-bbb2-1c3bc5d0fcbc" providerId="ADAL" clId="{AE380A0D-BBB2-4E75-A930-882D6338653A}" dt="2023-02-12T07:18:32.986" v="359"/>
        <pc:sldMkLst>
          <pc:docMk/>
          <pc:sldMk cId="2589087757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4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0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9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0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3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7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7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6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0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0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143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796" r:id="rId6"/>
    <p:sldLayoutId id="2147483792" r:id="rId7"/>
    <p:sldLayoutId id="2147483793" r:id="rId8"/>
    <p:sldLayoutId id="2147483794" r:id="rId9"/>
    <p:sldLayoutId id="2147483795" r:id="rId10"/>
    <p:sldLayoutId id="2147483797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46C807-3F94-5DDF-FCA9-E85C8A906425}"/>
              </a:ext>
            </a:extLst>
          </p:cNvPr>
          <p:cNvSpPr/>
          <p:nvPr/>
        </p:nvSpPr>
        <p:spPr>
          <a:xfrm>
            <a:off x="1118507" y="107189"/>
            <a:ext cx="9952263" cy="376268"/>
          </a:xfrm>
          <a:prstGeom prst="round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Planned maintenance feature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8CC5988-BCE6-E59A-01BC-91F876145B1A}"/>
              </a:ext>
            </a:extLst>
          </p:cNvPr>
          <p:cNvSpPr txBox="1">
            <a:spLocks/>
          </p:cNvSpPr>
          <p:nvPr/>
        </p:nvSpPr>
        <p:spPr>
          <a:xfrm>
            <a:off x="731837" y="107189"/>
            <a:ext cx="10728322" cy="10684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8000"/>
              </a:lnSpc>
              <a:spcBef>
                <a:spcPct val="0"/>
              </a:spcBef>
              <a:buNone/>
              <a:defRPr sz="4400" kern="1200" cap="none" spc="4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BC41A-DBA9-8324-E0C3-085C28B3BB43}"/>
              </a:ext>
            </a:extLst>
          </p:cNvPr>
          <p:cNvSpPr txBox="1"/>
          <p:nvPr/>
        </p:nvSpPr>
        <p:spPr>
          <a:xfrm>
            <a:off x="227253" y="751344"/>
            <a:ext cx="117334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can configure </a:t>
            </a:r>
            <a:r>
              <a:rPr lang="en-US" sz="2000" b="1" dirty="0"/>
              <a:t>planned </a:t>
            </a:r>
            <a:r>
              <a:rPr lang="en-US" sz="2000" b="1"/>
              <a:t>maintenance window, </a:t>
            </a:r>
            <a:r>
              <a:rPr lang="en-US" sz="2000" dirty="0"/>
              <a:t>so </a:t>
            </a:r>
            <a:r>
              <a:rPr lang="en-US" sz="2000" b="1" dirty="0"/>
              <a:t>automatic upgrades happen only during that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Available configuration: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default</a:t>
            </a:r>
            <a:r>
              <a:rPr lang="en-US" sz="2000" dirty="0"/>
              <a:t>: basic configuration for a VMSS instance that will update control plane and </a:t>
            </a:r>
            <a:r>
              <a:rPr lang="en-US" sz="2000" dirty="0" err="1"/>
              <a:t>kube</a:t>
            </a:r>
            <a:r>
              <a:rPr lang="en-US" sz="2000" dirty="0"/>
              <a:t>-system pods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aksManagedAutoUpgradeSchedule</a:t>
            </a:r>
            <a:r>
              <a:rPr lang="en-US" sz="2000" dirty="0"/>
              <a:t>: regulates the execution of cluster upgrades scheduled by your chosen auto-upgrade channel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aksManagedNodeOSUpgradeSchedule</a:t>
            </a:r>
            <a:r>
              <a:rPr lang="en-US" sz="2000" dirty="0"/>
              <a:t>: regulates the timing of node operating system updates that are scheduled by your node OS auto-upgrade channel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“</a:t>
            </a:r>
            <a:r>
              <a:rPr lang="en-US" sz="2000" b="1" dirty="0" err="1"/>
              <a:t>aksManagedAutoUpgradeSchedule</a:t>
            </a:r>
            <a:r>
              <a:rPr lang="en-US" sz="2000" b="1" dirty="0"/>
              <a:t>” </a:t>
            </a:r>
            <a:r>
              <a:rPr lang="en-US" sz="2000" dirty="0"/>
              <a:t>and </a:t>
            </a:r>
            <a:r>
              <a:rPr lang="en-US" sz="2000" b="1" dirty="0"/>
              <a:t>“</a:t>
            </a:r>
            <a:r>
              <a:rPr lang="en-US" sz="2000" b="1" dirty="0" err="1"/>
              <a:t>aksManagedNodeOSUpgradeSchedule</a:t>
            </a:r>
            <a:r>
              <a:rPr lang="en-US" sz="2000" b="1" dirty="0"/>
              <a:t>” </a:t>
            </a:r>
            <a:r>
              <a:rPr lang="en-US" sz="2000" dirty="0"/>
              <a:t>provide more finely controlled cadence and recurrence settings and are </a:t>
            </a:r>
            <a:r>
              <a:rPr lang="en-US" sz="2000" b="1" dirty="0"/>
              <a:t>recommended over “default” </a:t>
            </a:r>
            <a:r>
              <a:rPr lang="en-US" sz="2000" dirty="0"/>
              <a:t>configuration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aks</a:t>
            </a:r>
            <a:r>
              <a:rPr lang="en-US" sz="2000" dirty="0"/>
              <a:t> </a:t>
            </a:r>
            <a:r>
              <a:rPr lang="en-US" sz="2000" dirty="0" err="1"/>
              <a:t>maintenanceconfiguration</a:t>
            </a:r>
            <a:r>
              <a:rPr lang="en-US" sz="2000" dirty="0"/>
              <a:t> update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Limitations/considerations: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AKS can break these windows </a:t>
            </a:r>
            <a:r>
              <a:rPr lang="en-US" sz="2000" dirty="0"/>
              <a:t>for operations that are urgent or critical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Updates </a:t>
            </a:r>
            <a:r>
              <a:rPr lang="en-US" sz="2000" b="1" dirty="0"/>
              <a:t>cannot be suspended </a:t>
            </a:r>
            <a:r>
              <a:rPr lang="en-US" sz="2000" dirty="0"/>
              <a:t>for </a:t>
            </a:r>
            <a:r>
              <a:rPr lang="en-US" sz="2000" b="1" dirty="0"/>
              <a:t>more than seven days</a:t>
            </a:r>
          </a:p>
        </p:txBody>
      </p:sp>
    </p:spTree>
    <p:extLst>
      <p:ext uri="{BB962C8B-B14F-4D97-AF65-F5344CB8AC3E}">
        <p14:creationId xmlns:p14="http://schemas.microsoft.com/office/powerpoint/2010/main" val="77896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3505</TotalTime>
  <Words>122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</vt:lpstr>
      <vt:lpstr>Sagona Book</vt:lpstr>
      <vt:lpstr>The Hand Extrablack</vt:lpstr>
      <vt:lpstr>BlobVTI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Manually scale pod replicas and node count</dc:title>
  <dc:creator>Andrei Barbu (AKS)</dc:creator>
  <cp:lastModifiedBy>Andrei Barbu</cp:lastModifiedBy>
  <cp:revision>5</cp:revision>
  <dcterms:created xsi:type="dcterms:W3CDTF">2023-01-17T21:07:16Z</dcterms:created>
  <dcterms:modified xsi:type="dcterms:W3CDTF">2025-06-03T11:57:20Z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2023-02-02T19:16:49Z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c7c9c4bb-4df6-416e-8fcd-54d408606425</vt:lpwstr>
  </property>
  <property fmtid="{D5CDD505-2E9C-101B-9397-08002B2CF9AE}" pid="8" name="MSIP_Label_f42aa342-8706-4288-bd11-ebb85995028c_ContentBits">
    <vt:lpwstr>0</vt:lpwstr>
  </property>
</Properties>
</file>
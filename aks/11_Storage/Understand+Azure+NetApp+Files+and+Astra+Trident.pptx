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3" r:id="rId1"/>
  </p:sldMasterIdLst>
  <p:sldIdLst>
    <p:sldId id="263" r:id="rId2"/>
    <p:sldId id="264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74" d="100"/>
          <a:sy n="74" d="100"/>
        </p:scale>
        <p:origin x="950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i Barbu (AKS)" userId="efc0f240-7c5e-4120-bbb2-1c3bc5d0fcbc" providerId="ADAL" clId="{CFC7083E-367E-4B17-95F9-1A5961181DCD}"/>
    <pc:docChg chg="modSld">
      <pc:chgData name="Andrei Barbu (AKS)" userId="efc0f240-7c5e-4120-bbb2-1c3bc5d0fcbc" providerId="ADAL" clId="{CFC7083E-367E-4B17-95F9-1A5961181DCD}" dt="2023-02-24T07:24:45.334" v="201"/>
      <pc:docMkLst>
        <pc:docMk/>
      </pc:docMkLst>
      <pc:sldChg chg="modSp mod modAnim">
        <pc:chgData name="Andrei Barbu (AKS)" userId="efc0f240-7c5e-4120-bbb2-1c3bc5d0fcbc" providerId="ADAL" clId="{CFC7083E-367E-4B17-95F9-1A5961181DCD}" dt="2023-02-24T07:24:45.334" v="201"/>
        <pc:sldMkLst>
          <pc:docMk/>
          <pc:sldMk cId="778964729" sldId="263"/>
        </pc:sldMkLst>
      </pc:sldChg>
    </pc:docChg>
  </pc:docChgLst>
  <pc:docChgLst>
    <pc:chgData name="Andrei Barbu (AKS)" userId="efc0f240-7c5e-4120-bbb2-1c3bc5d0fcbc" providerId="ADAL" clId="{BBFFD636-6A13-4EB3-AD29-C162B2EDA5C9}"/>
    <pc:docChg chg="undo custSel modSld">
      <pc:chgData name="Andrei Barbu (AKS)" userId="efc0f240-7c5e-4120-bbb2-1c3bc5d0fcbc" providerId="ADAL" clId="{BBFFD636-6A13-4EB3-AD29-C162B2EDA5C9}" dt="2023-02-10T20:54:46.386" v="966"/>
      <pc:docMkLst>
        <pc:docMk/>
      </pc:docMkLst>
      <pc:sldChg chg="addSp delSp modSp mod delAnim modAnim">
        <pc:chgData name="Andrei Barbu (AKS)" userId="efc0f240-7c5e-4120-bbb2-1c3bc5d0fcbc" providerId="ADAL" clId="{BBFFD636-6A13-4EB3-AD29-C162B2EDA5C9}" dt="2023-02-10T20:54:46.386" v="966"/>
        <pc:sldMkLst>
          <pc:docMk/>
          <pc:sldMk cId="2589087757" sldId="261"/>
        </pc:sldMkLst>
      </pc:sldChg>
    </pc:docChg>
  </pc:docChgLst>
  <pc:docChgLst>
    <pc:chgData name="Andrei Barbu (AKS)" userId="efc0f240-7c5e-4120-bbb2-1c3bc5d0fcbc" providerId="ADAL" clId="{C50F60E6-88C5-4BEC-AAD9-107891C57C7A}"/>
    <pc:docChg chg="undo custSel addSld modSld">
      <pc:chgData name="Andrei Barbu (AKS)" userId="efc0f240-7c5e-4120-bbb2-1c3bc5d0fcbc" providerId="ADAL" clId="{C50F60E6-88C5-4BEC-AAD9-107891C57C7A}" dt="2023-02-27T15:32:11.264" v="1926"/>
      <pc:docMkLst>
        <pc:docMk/>
      </pc:docMkLst>
      <pc:sldChg chg="addSp delSp modSp mod modAnim">
        <pc:chgData name="Andrei Barbu (AKS)" userId="efc0f240-7c5e-4120-bbb2-1c3bc5d0fcbc" providerId="ADAL" clId="{C50F60E6-88C5-4BEC-AAD9-107891C57C7A}" dt="2023-02-27T15:05:20.960" v="837"/>
        <pc:sldMkLst>
          <pc:docMk/>
          <pc:sldMk cId="778964729" sldId="263"/>
        </pc:sldMkLst>
      </pc:sldChg>
      <pc:sldChg chg="delSp modSp add mod modAnim">
        <pc:chgData name="Andrei Barbu (AKS)" userId="efc0f240-7c5e-4120-bbb2-1c3bc5d0fcbc" providerId="ADAL" clId="{C50F60E6-88C5-4BEC-AAD9-107891C57C7A}" dt="2023-02-27T15:22:09.701" v="1231" actId="20577"/>
        <pc:sldMkLst>
          <pc:docMk/>
          <pc:sldMk cId="2422016983" sldId="264"/>
        </pc:sldMkLst>
      </pc:sldChg>
      <pc:sldChg chg="modSp add modAnim">
        <pc:chgData name="Andrei Barbu (AKS)" userId="efc0f240-7c5e-4120-bbb2-1c3bc5d0fcbc" providerId="ADAL" clId="{C50F60E6-88C5-4BEC-AAD9-107891C57C7A}" dt="2023-02-27T15:32:11.264" v="1926"/>
        <pc:sldMkLst>
          <pc:docMk/>
          <pc:sldMk cId="697274435" sldId="265"/>
        </pc:sldMkLst>
      </pc:sldChg>
    </pc:docChg>
  </pc:docChgLst>
  <pc:docChgLst>
    <pc:chgData name="Andrei Barbu (AKS)" userId="efc0f240-7c5e-4120-bbb2-1c3bc5d0fcbc" providerId="ADAL" clId="{AD4C1E79-A950-45C5-A2DD-244982903936}"/>
    <pc:docChg chg="custSel modSld">
      <pc:chgData name="Andrei Barbu (AKS)" userId="efc0f240-7c5e-4120-bbb2-1c3bc5d0fcbc" providerId="ADAL" clId="{AD4C1E79-A950-45C5-A2DD-244982903936}" dt="2023-02-18T11:51:40.799" v="106" actId="20577"/>
      <pc:docMkLst>
        <pc:docMk/>
      </pc:docMkLst>
      <pc:sldChg chg="delSp modSp mod delAnim modAnim">
        <pc:chgData name="Andrei Barbu (AKS)" userId="efc0f240-7c5e-4120-bbb2-1c3bc5d0fcbc" providerId="ADAL" clId="{AD4C1E79-A950-45C5-A2DD-244982903936}" dt="2023-02-18T11:51:40.799" v="106" actId="20577"/>
        <pc:sldMkLst>
          <pc:docMk/>
          <pc:sldMk cId="778964729" sldId="263"/>
        </pc:sldMkLst>
      </pc:sldChg>
    </pc:docChg>
  </pc:docChgLst>
  <pc:docChgLst>
    <pc:chgData name="Andrei Barbu (AKS)" userId="efc0f240-7c5e-4120-bbb2-1c3bc5d0fcbc" providerId="ADAL" clId="{3C112F54-B9A3-4108-BDB7-3FDC67772584}"/>
    <pc:docChg chg="undo custSel delSld modSld">
      <pc:chgData name="Andrei Barbu (AKS)" userId="efc0f240-7c5e-4120-bbb2-1c3bc5d0fcbc" providerId="ADAL" clId="{3C112F54-B9A3-4108-BDB7-3FDC67772584}" dt="2023-02-18T06:39:30.869" v="304"/>
      <pc:docMkLst>
        <pc:docMk/>
      </pc:docMkLst>
      <pc:sldChg chg="del">
        <pc:chgData name="Andrei Barbu (AKS)" userId="efc0f240-7c5e-4120-bbb2-1c3bc5d0fcbc" providerId="ADAL" clId="{3C112F54-B9A3-4108-BDB7-3FDC67772584}" dt="2023-02-18T05:51:31.796" v="0" actId="47"/>
        <pc:sldMkLst>
          <pc:docMk/>
          <pc:sldMk cId="4218131390" sldId="262"/>
        </pc:sldMkLst>
      </pc:sldChg>
      <pc:sldChg chg="addSp delSp modSp mod modAnim">
        <pc:chgData name="Andrei Barbu (AKS)" userId="efc0f240-7c5e-4120-bbb2-1c3bc5d0fcbc" providerId="ADAL" clId="{3C112F54-B9A3-4108-BDB7-3FDC67772584}" dt="2023-02-18T06:39:30.869" v="304"/>
        <pc:sldMkLst>
          <pc:docMk/>
          <pc:sldMk cId="778964729" sldId="263"/>
        </pc:sldMkLst>
      </pc:sldChg>
    </pc:docChg>
  </pc:docChgLst>
  <pc:docChgLst>
    <pc:chgData name="Andrei Barbu (AKS)" userId="efc0f240-7c5e-4120-bbb2-1c3bc5d0fcbc" providerId="ADAL" clId="{F130E94F-2913-47AB-AC3D-71CA964D8824}"/>
    <pc:docChg chg="modSld">
      <pc:chgData name="Andrei Barbu (AKS)" userId="efc0f240-7c5e-4120-bbb2-1c3bc5d0fcbc" providerId="ADAL" clId="{F130E94F-2913-47AB-AC3D-71CA964D8824}" dt="2023-02-22T10:43:58.912" v="292" actId="313"/>
      <pc:docMkLst>
        <pc:docMk/>
      </pc:docMkLst>
      <pc:sldChg chg="modSp mod modAnim">
        <pc:chgData name="Andrei Barbu (AKS)" userId="efc0f240-7c5e-4120-bbb2-1c3bc5d0fcbc" providerId="ADAL" clId="{F130E94F-2913-47AB-AC3D-71CA964D8824}" dt="2023-02-22T10:43:58.912" v="292" actId="313"/>
        <pc:sldMkLst>
          <pc:docMk/>
          <pc:sldMk cId="778964729" sldId="263"/>
        </pc:sldMkLst>
      </pc:sldChg>
    </pc:docChg>
  </pc:docChgLst>
  <pc:docChgLst>
    <pc:chgData name="Andrei Barbu (AKS)" userId="efc0f240-7c5e-4120-bbb2-1c3bc5d0fcbc" providerId="ADAL" clId="{3ABF72E5-1D48-4940-B113-0500EB2D38E9}"/>
    <pc:docChg chg="custSel delSld modSld">
      <pc:chgData name="Andrei Barbu (AKS)" userId="efc0f240-7c5e-4120-bbb2-1c3bc5d0fcbc" providerId="ADAL" clId="{3ABF72E5-1D48-4940-B113-0500EB2D38E9}" dt="2023-02-26T13:27:59.727" v="261" actId="255"/>
      <pc:docMkLst>
        <pc:docMk/>
      </pc:docMkLst>
      <pc:sldChg chg="delSp modSp mod delAnim modAnim">
        <pc:chgData name="Andrei Barbu (AKS)" userId="efc0f240-7c5e-4120-bbb2-1c3bc5d0fcbc" providerId="ADAL" clId="{3ABF72E5-1D48-4940-B113-0500EB2D38E9}" dt="2023-02-26T13:27:59.727" v="261" actId="255"/>
        <pc:sldMkLst>
          <pc:docMk/>
          <pc:sldMk cId="778964729" sldId="263"/>
        </pc:sldMkLst>
      </pc:sldChg>
      <pc:sldChg chg="del">
        <pc:chgData name="Andrei Barbu (AKS)" userId="efc0f240-7c5e-4120-bbb2-1c3bc5d0fcbc" providerId="ADAL" clId="{3ABF72E5-1D48-4940-B113-0500EB2D38E9}" dt="2023-02-26T13:17:58.988" v="0" actId="2696"/>
        <pc:sldMkLst>
          <pc:docMk/>
          <pc:sldMk cId="247833327" sldId="264"/>
        </pc:sldMkLst>
      </pc:sldChg>
    </pc:docChg>
  </pc:docChgLst>
  <pc:docChgLst>
    <pc:chgData name="Andrei Barbu (AKS)" userId="efc0f240-7c5e-4120-bbb2-1c3bc5d0fcbc" providerId="ADAL" clId="{A948A506-D4EF-4D28-AFE4-1B69AEB38B00}"/>
    <pc:docChg chg="custSel delSld modSld">
      <pc:chgData name="Andrei Barbu (AKS)" userId="efc0f240-7c5e-4120-bbb2-1c3bc5d0fcbc" providerId="ADAL" clId="{A948A506-D4EF-4D28-AFE4-1B69AEB38B00}" dt="2023-02-17T16:48:19.911" v="214" actId="20577"/>
      <pc:docMkLst>
        <pc:docMk/>
      </pc:docMkLst>
      <pc:sldChg chg="del">
        <pc:chgData name="Andrei Barbu (AKS)" userId="efc0f240-7c5e-4120-bbb2-1c3bc5d0fcbc" providerId="ADAL" clId="{A948A506-D4EF-4D28-AFE4-1B69AEB38B00}" dt="2023-02-13T18:45:45.794" v="0" actId="47"/>
        <pc:sldMkLst>
          <pc:docMk/>
          <pc:sldMk cId="2589087757" sldId="261"/>
        </pc:sldMkLst>
      </pc:sldChg>
      <pc:sldChg chg="delSp modSp mod modAnim">
        <pc:chgData name="Andrei Barbu (AKS)" userId="efc0f240-7c5e-4120-bbb2-1c3bc5d0fcbc" providerId="ADAL" clId="{A948A506-D4EF-4D28-AFE4-1B69AEB38B00}" dt="2023-02-17T16:48:19.911" v="214" actId="20577"/>
        <pc:sldMkLst>
          <pc:docMk/>
          <pc:sldMk cId="4218131390" sldId="262"/>
        </pc:sldMkLst>
      </pc:sldChg>
    </pc:docChg>
  </pc:docChgLst>
  <pc:docChgLst>
    <pc:chgData name="Andrei Barbu (AKS)" userId="efc0f240-7c5e-4120-bbb2-1c3bc5d0fcbc" providerId="ADAL" clId="{B4D19B9B-6056-4BE1-90C5-61BE7C52892E}"/>
    <pc:docChg chg="undo custSel delSld modSld">
      <pc:chgData name="Andrei Barbu (AKS)" userId="efc0f240-7c5e-4120-bbb2-1c3bc5d0fcbc" providerId="ADAL" clId="{B4D19B9B-6056-4BE1-90C5-61BE7C52892E}" dt="2023-02-11T18:09:16.295" v="924"/>
      <pc:docMkLst>
        <pc:docMk/>
      </pc:docMkLst>
      <pc:sldChg chg="addSp delSp modSp mod modAnim">
        <pc:chgData name="Andrei Barbu (AKS)" userId="efc0f240-7c5e-4120-bbb2-1c3bc5d0fcbc" providerId="ADAL" clId="{B4D19B9B-6056-4BE1-90C5-61BE7C52892E}" dt="2023-02-11T18:09:16.295" v="924"/>
        <pc:sldMkLst>
          <pc:docMk/>
          <pc:sldMk cId="2589087757" sldId="261"/>
        </pc:sldMkLst>
      </pc:sldChg>
      <pc:sldChg chg="del">
        <pc:chgData name="Andrei Barbu (AKS)" userId="efc0f240-7c5e-4120-bbb2-1c3bc5d0fcbc" providerId="ADAL" clId="{B4D19B9B-6056-4BE1-90C5-61BE7C52892E}" dt="2023-02-11T16:57:19.765" v="3" actId="2696"/>
        <pc:sldMkLst>
          <pc:docMk/>
          <pc:sldMk cId="995852133" sldId="262"/>
        </pc:sldMkLst>
      </pc:sldChg>
    </pc:docChg>
  </pc:docChgLst>
  <pc:docChgLst>
    <pc:chgData name="Andrei Barbu (AKS)" userId="efc0f240-7c5e-4120-bbb2-1c3bc5d0fcbc" providerId="ADAL" clId="{AE380A0D-BBB2-4E75-A930-882D6338653A}"/>
    <pc:docChg chg="undo custSel modSld">
      <pc:chgData name="Andrei Barbu (AKS)" userId="efc0f240-7c5e-4120-bbb2-1c3bc5d0fcbc" providerId="ADAL" clId="{AE380A0D-BBB2-4E75-A930-882D6338653A}" dt="2023-02-12T07:18:32.986" v="359"/>
      <pc:docMkLst>
        <pc:docMk/>
      </pc:docMkLst>
      <pc:sldChg chg="addSp delSp modSp mod delAnim modAnim">
        <pc:chgData name="Andrei Barbu (AKS)" userId="efc0f240-7c5e-4120-bbb2-1c3bc5d0fcbc" providerId="ADAL" clId="{AE380A0D-BBB2-4E75-A930-882D6338653A}" dt="2023-02-12T07:18:32.986" v="359"/>
        <pc:sldMkLst>
          <pc:docMk/>
          <pc:sldMk cId="2589087757" sldId="261"/>
        </pc:sldMkLst>
      </pc:sldChg>
    </pc:docChg>
  </pc:docChgLst>
  <pc:docChgLst>
    <pc:chgData name="Andrei Barbu (AKS)" userId="efc0f240-7c5e-4120-bbb2-1c3bc5d0fcbc" providerId="ADAL" clId="{2B2355ED-690B-4136-A897-F17EFCDE30EB}"/>
    <pc:docChg chg="custSel addSld modSld">
      <pc:chgData name="Andrei Barbu (AKS)" userId="efc0f240-7c5e-4120-bbb2-1c3bc5d0fcbc" providerId="ADAL" clId="{2B2355ED-690B-4136-A897-F17EFCDE30EB}" dt="2023-02-11T16:05:51.902" v="1438"/>
      <pc:docMkLst>
        <pc:docMk/>
      </pc:docMkLst>
      <pc:sldChg chg="addSp delSp modSp mod delAnim modAnim">
        <pc:chgData name="Andrei Barbu (AKS)" userId="efc0f240-7c5e-4120-bbb2-1c3bc5d0fcbc" providerId="ADAL" clId="{2B2355ED-690B-4136-A897-F17EFCDE30EB}" dt="2023-02-11T16:05:51.902" v="1438"/>
        <pc:sldMkLst>
          <pc:docMk/>
          <pc:sldMk cId="2589087757" sldId="261"/>
        </pc:sldMkLst>
      </pc:sldChg>
      <pc:sldChg chg="addSp delSp modSp add mod">
        <pc:chgData name="Andrei Barbu (AKS)" userId="efc0f240-7c5e-4120-bbb2-1c3bc5d0fcbc" providerId="ADAL" clId="{2B2355ED-690B-4136-A897-F17EFCDE30EB}" dt="2023-02-11T15:22:16.810" v="1110" actId="113"/>
        <pc:sldMkLst>
          <pc:docMk/>
          <pc:sldMk cId="995852133" sldId="262"/>
        </pc:sldMkLst>
      </pc:sldChg>
    </pc:docChg>
  </pc:docChgLst>
  <pc:docChgLst>
    <pc:chgData name="Andrei Barbu (AKS)" userId="efc0f240-7c5e-4120-bbb2-1c3bc5d0fcbc" providerId="ADAL" clId="{C9EBDB6E-672B-4339-A942-C8A28F19EC6E}"/>
    <pc:docChg chg="undo redo custSel addSld modSld">
      <pc:chgData name="Andrei Barbu (AKS)" userId="efc0f240-7c5e-4120-bbb2-1c3bc5d0fcbc" providerId="ADAL" clId="{C9EBDB6E-672B-4339-A942-C8A28F19EC6E}" dt="2023-02-13T17:58:03.889" v="760" actId="20577"/>
      <pc:docMkLst>
        <pc:docMk/>
      </pc:docMkLst>
      <pc:sldChg chg="addSp delSp modSp mod delAnim modAnim">
        <pc:chgData name="Andrei Barbu (AKS)" userId="efc0f240-7c5e-4120-bbb2-1c3bc5d0fcbc" providerId="ADAL" clId="{C9EBDB6E-672B-4339-A942-C8A28F19EC6E}" dt="2023-02-13T17:51:36.745" v="608" actId="1076"/>
        <pc:sldMkLst>
          <pc:docMk/>
          <pc:sldMk cId="2589087757" sldId="261"/>
        </pc:sldMkLst>
      </pc:sldChg>
      <pc:sldChg chg="addSp delSp modSp add mod">
        <pc:chgData name="Andrei Barbu (AKS)" userId="efc0f240-7c5e-4120-bbb2-1c3bc5d0fcbc" providerId="ADAL" clId="{C9EBDB6E-672B-4339-A942-C8A28F19EC6E}" dt="2023-02-13T17:58:03.889" v="760" actId="20577"/>
        <pc:sldMkLst>
          <pc:docMk/>
          <pc:sldMk cId="4218131390" sldId="262"/>
        </pc:sldMkLst>
      </pc:sldChg>
    </pc:docChg>
  </pc:docChgLst>
  <pc:docChgLst>
    <pc:chgData name="Andrei Barbu (AKS)" userId="efc0f240-7c5e-4120-bbb2-1c3bc5d0fcbc" providerId="ADAL" clId="{B26CABA3-5A76-4088-8260-CF6E7AE5D915}"/>
    <pc:docChg chg="undo custSel addSld modSld sldOrd">
      <pc:chgData name="Andrei Barbu (AKS)" userId="efc0f240-7c5e-4120-bbb2-1c3bc5d0fcbc" providerId="ADAL" clId="{B26CABA3-5A76-4088-8260-CF6E7AE5D915}" dt="2023-02-17T21:01:23.558" v="180"/>
      <pc:docMkLst>
        <pc:docMk/>
      </pc:docMkLst>
      <pc:sldChg chg="delSp modSp mod ord modAnim">
        <pc:chgData name="Andrei Barbu (AKS)" userId="efc0f240-7c5e-4120-bbb2-1c3bc5d0fcbc" providerId="ADAL" clId="{B26CABA3-5A76-4088-8260-CF6E7AE5D915}" dt="2023-02-17T21:01:23.558" v="180"/>
        <pc:sldMkLst>
          <pc:docMk/>
          <pc:sldMk cId="4218131390" sldId="262"/>
        </pc:sldMkLst>
      </pc:sldChg>
      <pc:sldChg chg="modSp add mod modAnim">
        <pc:chgData name="Andrei Barbu (AKS)" userId="efc0f240-7c5e-4120-bbb2-1c3bc5d0fcbc" providerId="ADAL" clId="{B26CABA3-5A76-4088-8260-CF6E7AE5D915}" dt="2023-02-17T20:58:21.925" v="165"/>
        <pc:sldMkLst>
          <pc:docMk/>
          <pc:sldMk cId="778964729" sldId="263"/>
        </pc:sldMkLst>
      </pc:sldChg>
    </pc:docChg>
  </pc:docChgLst>
  <pc:docChgLst>
    <pc:chgData name="Andrei Barbu (AKS)" userId="efc0f240-7c5e-4120-bbb2-1c3bc5d0fcbc" providerId="ADAL" clId="{1E3B8567-74E1-4D85-8920-88149D526F55}"/>
    <pc:docChg chg="undo custSel addSld delSld modSld">
      <pc:chgData name="Andrei Barbu (AKS)" userId="efc0f240-7c5e-4120-bbb2-1c3bc5d0fcbc" providerId="ADAL" clId="{1E3B8567-74E1-4D85-8920-88149D526F55}" dt="2023-04-27T10:51:15.549" v="1189" actId="20577"/>
      <pc:docMkLst>
        <pc:docMk/>
      </pc:docMkLst>
      <pc:sldChg chg="addSp delSp modSp mod modAnim">
        <pc:chgData name="Andrei Barbu (AKS)" userId="efc0f240-7c5e-4120-bbb2-1c3bc5d0fcbc" providerId="ADAL" clId="{1E3B8567-74E1-4D85-8920-88149D526F55}" dt="2023-04-26T18:23:01.030" v="1160" actId="113"/>
        <pc:sldMkLst>
          <pc:docMk/>
          <pc:sldMk cId="778964729" sldId="263"/>
        </pc:sldMkLst>
      </pc:sldChg>
      <pc:sldChg chg="del">
        <pc:chgData name="Andrei Barbu (AKS)" userId="efc0f240-7c5e-4120-bbb2-1c3bc5d0fcbc" providerId="ADAL" clId="{1E3B8567-74E1-4D85-8920-88149D526F55}" dt="2023-04-26T17:49:31.358" v="479" actId="47"/>
        <pc:sldMkLst>
          <pc:docMk/>
          <pc:sldMk cId="2422016983" sldId="264"/>
        </pc:sldMkLst>
      </pc:sldChg>
      <pc:sldChg chg="addSp delSp modSp add mod delAnim modAnim">
        <pc:chgData name="Andrei Barbu (AKS)" userId="efc0f240-7c5e-4120-bbb2-1c3bc5d0fcbc" providerId="ADAL" clId="{1E3B8567-74E1-4D85-8920-88149D526F55}" dt="2023-04-27T10:51:15.549" v="1189" actId="20577"/>
        <pc:sldMkLst>
          <pc:docMk/>
          <pc:sldMk cId="3431925816" sldId="264"/>
        </pc:sldMkLst>
      </pc:sldChg>
      <pc:sldChg chg="del">
        <pc:chgData name="Andrei Barbu (AKS)" userId="efc0f240-7c5e-4120-bbb2-1c3bc5d0fcbc" providerId="ADAL" clId="{1E3B8567-74E1-4D85-8920-88149D526F55}" dt="2023-04-26T17:49:32.326" v="480" actId="47"/>
        <pc:sldMkLst>
          <pc:docMk/>
          <pc:sldMk cId="697274435" sldId="265"/>
        </pc:sldMkLst>
      </pc:sldChg>
    </pc:docChg>
  </pc:docChgLst>
  <pc:docChgLst>
    <pc:chgData name="Andrei Barbu (AKS)" userId="efc0f240-7c5e-4120-bbb2-1c3bc5d0fcbc" providerId="ADAL" clId="{807B0ED0-F53A-4C72-82F7-958857437CF4}"/>
    <pc:docChg chg="undo custSel addSld modSld">
      <pc:chgData name="Andrei Barbu (AKS)" userId="efc0f240-7c5e-4120-bbb2-1c3bc5d0fcbc" providerId="ADAL" clId="{807B0ED0-F53A-4C72-82F7-958857437CF4}" dt="2023-02-26T11:12:48.488" v="360"/>
      <pc:docMkLst>
        <pc:docMk/>
      </pc:docMkLst>
      <pc:sldChg chg="addSp delSp modSp mod modAnim">
        <pc:chgData name="Andrei Barbu (AKS)" userId="efc0f240-7c5e-4120-bbb2-1c3bc5d0fcbc" providerId="ADAL" clId="{807B0ED0-F53A-4C72-82F7-958857437CF4}" dt="2023-02-26T11:12:48.488" v="360"/>
        <pc:sldMkLst>
          <pc:docMk/>
          <pc:sldMk cId="778964729" sldId="263"/>
        </pc:sldMkLst>
      </pc:sldChg>
      <pc:sldChg chg="delSp modSp add mod modAnim">
        <pc:chgData name="Andrei Barbu (AKS)" userId="efc0f240-7c5e-4120-bbb2-1c3bc5d0fcbc" providerId="ADAL" clId="{807B0ED0-F53A-4C72-82F7-958857437CF4}" dt="2023-02-26T11:11:01.549" v="357"/>
        <pc:sldMkLst>
          <pc:docMk/>
          <pc:sldMk cId="247833327" sldId="264"/>
        </pc:sldMkLst>
      </pc:sldChg>
    </pc:docChg>
  </pc:docChgLst>
  <pc:docChgLst>
    <pc:chgData name="Andrei Barbu (AKS)" userId="efc0f240-7c5e-4120-bbb2-1c3bc5d0fcbc" providerId="ADAL" clId="{A33A18E2-2BF8-4C87-A3E7-CA81778CF585}"/>
    <pc:docChg chg="undo custSel delSld modSld">
      <pc:chgData name="Andrei Barbu (AKS)" userId="efc0f240-7c5e-4120-bbb2-1c3bc5d0fcbc" providerId="ADAL" clId="{A33A18E2-2BF8-4C87-A3E7-CA81778CF585}" dt="2023-02-08T20:47:12.178" v="1261"/>
      <pc:docMkLst>
        <pc:docMk/>
      </pc:docMkLst>
      <pc:sldChg chg="addSp modSp mod modAnim">
        <pc:chgData name="Andrei Barbu (AKS)" userId="efc0f240-7c5e-4120-bbb2-1c3bc5d0fcbc" providerId="ADAL" clId="{A33A18E2-2BF8-4C87-A3E7-CA81778CF585}" dt="2023-02-08T20:47:12.178" v="1261"/>
        <pc:sldMkLst>
          <pc:docMk/>
          <pc:sldMk cId="2589087757" sldId="261"/>
        </pc:sldMkLst>
      </pc:sldChg>
      <pc:sldChg chg="del">
        <pc:chgData name="Andrei Barbu (AKS)" userId="efc0f240-7c5e-4120-bbb2-1c3bc5d0fcbc" providerId="ADAL" clId="{A33A18E2-2BF8-4C87-A3E7-CA81778CF585}" dt="2023-02-07T19:58:13.684" v="2" actId="47"/>
        <pc:sldMkLst>
          <pc:docMk/>
          <pc:sldMk cId="1273855536" sldId="262"/>
        </pc:sldMkLst>
      </pc:sldChg>
      <pc:sldChg chg="del">
        <pc:chgData name="Andrei Barbu (AKS)" userId="efc0f240-7c5e-4120-bbb2-1c3bc5d0fcbc" providerId="ADAL" clId="{A33A18E2-2BF8-4C87-A3E7-CA81778CF585}" dt="2023-02-07T19:58:12.461" v="1" actId="47"/>
        <pc:sldMkLst>
          <pc:docMk/>
          <pc:sldMk cId="3588644777" sldId="263"/>
        </pc:sldMkLst>
      </pc:sldChg>
    </pc:docChg>
  </pc:docChgLst>
  <pc:docChgLst>
    <pc:chgData name="Andrei Barbu (AKS)" userId="efc0f240-7c5e-4120-bbb2-1c3bc5d0fcbc" providerId="ADAL" clId="{AF20109B-AA37-4176-A8D8-07AD4A9939C3}"/>
    <pc:docChg chg="modSld">
      <pc:chgData name="Andrei Barbu (AKS)" userId="efc0f240-7c5e-4120-bbb2-1c3bc5d0fcbc" providerId="ADAL" clId="{AF20109B-AA37-4176-A8D8-07AD4A9939C3}" dt="2023-02-22T18:25:18.086" v="770" actId="20577"/>
      <pc:docMkLst>
        <pc:docMk/>
      </pc:docMkLst>
    </pc:docChg>
  </pc:docChgLst>
  <pc:docChgLst>
    <pc:chgData name="Andrei Barbu (AKS)" userId="efc0f240-7c5e-4120-bbb2-1c3bc5d0fcbc" providerId="ADAL" clId="{D543E61E-1E1D-4F2B-8A06-2207CEB220C1}"/>
    <pc:docChg chg="custSel modSld">
      <pc:chgData name="Andrei Barbu (AKS)" userId="efc0f240-7c5e-4120-bbb2-1c3bc5d0fcbc" providerId="ADAL" clId="{D543E61E-1E1D-4F2B-8A06-2207CEB220C1}" dt="2023-02-27T12:25:05.001" v="193"/>
      <pc:docMkLst>
        <pc:docMk/>
      </pc:docMkLst>
    </pc:docChg>
  </pc:docChgLst>
  <pc:docChgLst>
    <pc:chgData name="Andrei Barbu (AKS)" userId="efc0f240-7c5e-4120-bbb2-1c3bc5d0fcbc" providerId="ADAL" clId="{37218C1F-11E7-4E87-9A69-798118A0CE9E}"/>
    <pc:docChg chg="modSld">
      <pc:chgData name="Andrei Barbu (AKS)" userId="efc0f240-7c5e-4120-bbb2-1c3bc5d0fcbc" providerId="ADAL" clId="{37218C1F-11E7-4E87-9A69-798118A0CE9E}" dt="2023-02-19T11:14:33.899" v="851"/>
      <pc:docMkLst>
        <pc:docMk/>
      </pc:docMkLst>
    </pc:docChg>
  </pc:docChgLst>
  <pc:docChgLst>
    <pc:chgData name="Andrei Barbu (AKS)" userId="efc0f240-7c5e-4120-bbb2-1c3bc5d0fcbc" providerId="ADAL" clId="{1FD47361-F809-4AFB-8097-863349C48EE9}"/>
    <pc:docChg chg="undo custSel modSld">
      <pc:chgData name="Andrei Barbu (AKS)" userId="efc0f240-7c5e-4120-bbb2-1c3bc5d0fcbc" providerId="ADAL" clId="{1FD47361-F809-4AFB-8097-863349C48EE9}" dt="2023-02-11T13:26:58.998" v="543" actId="20577"/>
      <pc:docMkLst>
        <pc:docMk/>
      </pc:docMkLst>
      <pc:sldChg chg="addSp delSp modSp mod delAnim modAnim">
        <pc:chgData name="Andrei Barbu (AKS)" userId="efc0f240-7c5e-4120-bbb2-1c3bc5d0fcbc" providerId="ADAL" clId="{1FD47361-F809-4AFB-8097-863349C48EE9}" dt="2023-02-11T13:26:58.998" v="543" actId="20577"/>
        <pc:sldMkLst>
          <pc:docMk/>
          <pc:sldMk cId="2589087757" sldId="261"/>
        </pc:sldMkLst>
      </pc:sldChg>
    </pc:docChg>
  </pc:docChgLst>
  <pc:docChgLst>
    <pc:chgData name="Andrei Barbu (AKS)" userId="efc0f240-7c5e-4120-bbb2-1c3bc5d0fcbc" providerId="ADAL" clId="{AB2D76BD-DF51-470F-9A3D-41B0CC34BDA2}"/>
    <pc:docChg chg="custSel modSld">
      <pc:chgData name="Andrei Barbu (AKS)" userId="efc0f240-7c5e-4120-bbb2-1c3bc5d0fcbc" providerId="ADAL" clId="{AB2D76BD-DF51-470F-9A3D-41B0CC34BDA2}" dt="2023-02-22T11:21:15.594" v="162"/>
      <pc:docMkLst>
        <pc:docMk/>
      </pc:docMkLst>
    </pc:docChg>
  </pc:docChgLst>
  <pc:docChgLst>
    <pc:chgData name="Andrei Barbu (AKS)" userId="efc0f240-7c5e-4120-bbb2-1c3bc5d0fcbc" providerId="ADAL" clId="{E656230A-3A18-4A6D-A78C-A60F978755A5}"/>
    <pc:docChg chg="custSel addSld delSld modSld">
      <pc:chgData name="Andrei Barbu (AKS)" userId="efc0f240-7c5e-4120-bbb2-1c3bc5d0fcbc" providerId="ADAL" clId="{E656230A-3A18-4A6D-A78C-A60F978755A5}" dt="2023-02-06T12:04:36.940" v="1598"/>
      <pc:docMkLst>
        <pc:docMk/>
      </pc:docMkLst>
      <pc:sldChg chg="delSp modSp mod delAnim modAnim">
        <pc:chgData name="Andrei Barbu (AKS)" userId="efc0f240-7c5e-4120-bbb2-1c3bc5d0fcbc" providerId="ADAL" clId="{E656230A-3A18-4A6D-A78C-A60F978755A5}" dt="2023-02-06T11:47:07.515" v="1590"/>
        <pc:sldMkLst>
          <pc:docMk/>
          <pc:sldMk cId="2589087757" sldId="261"/>
        </pc:sldMkLst>
      </pc:sldChg>
      <pc:sldChg chg="addSp modSp add mod modAnim">
        <pc:chgData name="Andrei Barbu (AKS)" userId="efc0f240-7c5e-4120-bbb2-1c3bc5d0fcbc" providerId="ADAL" clId="{E656230A-3A18-4A6D-A78C-A60F978755A5}" dt="2023-02-06T11:54:51.666" v="1597"/>
        <pc:sldMkLst>
          <pc:docMk/>
          <pc:sldMk cId="1273855536" sldId="262"/>
        </pc:sldMkLst>
      </pc:sldChg>
      <pc:sldChg chg="del">
        <pc:chgData name="Andrei Barbu (AKS)" userId="efc0f240-7c5e-4120-bbb2-1c3bc5d0fcbc" providerId="ADAL" clId="{E656230A-3A18-4A6D-A78C-A60F978755A5}" dt="2023-02-06T08:35:28.157" v="1" actId="47"/>
        <pc:sldMkLst>
          <pc:docMk/>
          <pc:sldMk cId="3830965646" sldId="262"/>
        </pc:sldMkLst>
      </pc:sldChg>
      <pc:sldChg chg="del">
        <pc:chgData name="Andrei Barbu (AKS)" userId="efc0f240-7c5e-4120-bbb2-1c3bc5d0fcbc" providerId="ADAL" clId="{E656230A-3A18-4A6D-A78C-A60F978755A5}" dt="2023-02-06T08:35:27.070" v="0" actId="47"/>
        <pc:sldMkLst>
          <pc:docMk/>
          <pc:sldMk cId="1877684833" sldId="263"/>
        </pc:sldMkLst>
      </pc:sldChg>
      <pc:sldChg chg="delSp modSp add mod modAnim">
        <pc:chgData name="Andrei Barbu (AKS)" userId="efc0f240-7c5e-4120-bbb2-1c3bc5d0fcbc" providerId="ADAL" clId="{E656230A-3A18-4A6D-A78C-A60F978755A5}" dt="2023-02-06T12:04:36.940" v="1598"/>
        <pc:sldMkLst>
          <pc:docMk/>
          <pc:sldMk cId="3588644777" sldId="263"/>
        </pc:sldMkLst>
      </pc:sldChg>
    </pc:docChg>
  </pc:docChgLst>
  <pc:docChgLst>
    <pc:chgData name="Andrei Barbu (AKS)" userId="efc0f240-7c5e-4120-bbb2-1c3bc5d0fcbc" providerId="ADAL" clId="{E3BE84DE-3B4A-4957-ACAA-09BCF9369FBE}"/>
    <pc:docChg chg="modSld">
      <pc:chgData name="Andrei Barbu (AKS)" userId="efc0f240-7c5e-4120-bbb2-1c3bc5d0fcbc" providerId="ADAL" clId="{E3BE84DE-3B4A-4957-ACAA-09BCF9369FBE}" dt="2023-02-26T14:01:23.805" v="87" actId="1076"/>
      <pc:docMkLst>
        <pc:docMk/>
      </pc:docMkLst>
    </pc:docChg>
  </pc:docChgLst>
  <pc:docChgLst>
    <pc:chgData name="Andrei Barbu (AKS)" userId="efc0f240-7c5e-4120-bbb2-1c3bc5d0fcbc" providerId="ADAL" clId="{37055AFE-8DBB-4465-9E0C-749571CB7869}"/>
    <pc:docChg chg="custSel modSld">
      <pc:chgData name="Andrei Barbu (AKS)" userId="efc0f240-7c5e-4120-bbb2-1c3bc5d0fcbc" providerId="ADAL" clId="{37055AFE-8DBB-4465-9E0C-749571CB7869}" dt="2023-02-03T11:54:12.767" v="16"/>
      <pc:docMkLst>
        <pc:docMk/>
      </pc:docMkLst>
      <pc:sldChg chg="addSp delSp modSp mod modAnim">
        <pc:chgData name="Andrei Barbu (AKS)" userId="efc0f240-7c5e-4120-bbb2-1c3bc5d0fcbc" providerId="ADAL" clId="{37055AFE-8DBB-4465-9E0C-749571CB7869}" dt="2023-02-03T11:54:12.767" v="16"/>
        <pc:sldMkLst>
          <pc:docMk/>
          <pc:sldMk cId="3830965646" sldId="26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0013" y="484479"/>
            <a:ext cx="6911974" cy="2954655"/>
          </a:xfrm>
        </p:spPr>
        <p:txBody>
          <a:bodyPr anchor="b">
            <a:normAutofit/>
          </a:bodyPr>
          <a:lstStyle>
            <a:lvl1pPr algn="ctr">
              <a:defRPr sz="5600" cap="all" spc="-1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0013" y="3799133"/>
            <a:ext cx="6911974" cy="1969841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2395C5C9-164C-46B3-A87E-7660D39D3106}" type="datetime2">
              <a:rPr lang="en-US" smtClean="0"/>
              <a:t>Tuesday, June 3,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847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000" y="2541600"/>
            <a:ext cx="10728325" cy="3227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4DDCFF8A-AAF8-4A12-8A91-9CA0EAF6CBB9}" type="datetime2">
              <a:rPr lang="en-US" smtClean="0"/>
              <a:t>Tuesday, June 3,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508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6" cy="2879724"/>
          </a:xfrm>
        </p:spPr>
        <p:txBody>
          <a:bodyPr anchor="b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9910" y="3858924"/>
            <a:ext cx="10728326" cy="1919076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ABCC25C3-021A-4B0B-8F70-0C181FE1CF45}" type="datetime2">
              <a:rPr lang="en-US" smtClean="0"/>
              <a:t>Tuesday, June 3,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098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20000" y="2541600"/>
            <a:ext cx="5003800" cy="3234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58400" y="2541600"/>
            <a:ext cx="5003801" cy="3234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0C23D88D-8CEC-4ED9-A53B-5596187D9A16}" type="datetime2">
              <a:rPr lang="en-US" smtClean="0"/>
              <a:t>Tuesday, June 3,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304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5" cy="673005"/>
          </a:xfrm>
        </p:spPr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0" y="1840698"/>
            <a:ext cx="5015638" cy="565796"/>
          </a:xfrm>
        </p:spPr>
        <p:txBody>
          <a:bodyPr wrap="square" anchor="b">
            <a:normAutofit/>
          </a:bodyPr>
          <a:lstStyle>
            <a:lvl1pPr marL="0" indent="0">
              <a:lnSpc>
                <a:spcPct val="120000"/>
              </a:lnSpc>
              <a:buNone/>
              <a:defRPr sz="16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0000" y="2541600"/>
            <a:ext cx="5003801" cy="3234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400" y="1840698"/>
            <a:ext cx="5015638" cy="565796"/>
          </a:xfrm>
        </p:spPr>
        <p:txBody>
          <a:bodyPr anchor="b">
            <a:normAutofit/>
          </a:bodyPr>
          <a:lstStyle>
            <a:lvl1pPr marL="0" indent="0">
              <a:lnSpc>
                <a:spcPct val="120000"/>
              </a:lnSpc>
              <a:buNone/>
              <a:defRPr sz="16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400" y="2541600"/>
            <a:ext cx="5003800" cy="3234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D2CCD382-DFDA-4722-A27A-59C21AD112F2}" type="datetime2">
              <a:rPr lang="en-US" smtClean="0"/>
              <a:t>Tuesday, June 3, 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79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22F2A30D-1C09-413F-AAB1-38F366000715}" type="datetime2">
              <a:rPr lang="en-US" smtClean="0"/>
              <a:t>Tuesday, June 3, 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736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6DB82B9C-D65E-4F64-95C3-B10F3B00F0D9}" type="datetime2">
              <a:rPr lang="en-US" smtClean="0"/>
              <a:t>Tuesday, June 3, 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879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3107463" cy="1477328"/>
          </a:xfrm>
        </p:spPr>
        <p:txBody>
          <a:bodyPr anchor="t" anchorCtr="0">
            <a:normAutofit/>
          </a:bodyPr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8188" y="584662"/>
            <a:ext cx="6911974" cy="518431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4800"/>
            </a:lvl1pPr>
            <a:lvl2pPr marL="914400" indent="-457200">
              <a:buFont typeface="Arial" panose="020B0604020202020204" pitchFamily="34" charset="0"/>
              <a:buChar char="•"/>
              <a:defRPr sz="2000"/>
            </a:lvl2pPr>
            <a:lvl3pPr marL="1257300" indent="-342900">
              <a:buFont typeface="Arial" panose="020B0604020202020204" pitchFamily="34" charset="0"/>
              <a:buChar char="•"/>
              <a:defRPr sz="2000"/>
            </a:lvl3pPr>
            <a:lvl4pPr marL="1714500" indent="-342900">
              <a:buFont typeface="Arial" panose="020B0604020202020204" pitchFamily="34" charset="0"/>
              <a:buChar char="•"/>
              <a:defRPr sz="2000"/>
            </a:lvl4pPr>
            <a:lvl5pPr marL="2171700" indent="-342900">
              <a:buFont typeface="Arial" panose="020B0604020202020204" pitchFamily="34" charset="0"/>
              <a:buChar char="•"/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0000" y="2541600"/>
            <a:ext cx="3107463" cy="323183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B7F5FDCC-6AAC-4A08-B9E0-3793AB5E64C3}" type="datetime2">
              <a:rPr lang="en-US" smtClean="0"/>
              <a:t>Tuesday, June 3,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076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3095626" cy="1476000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8188" y="728664"/>
            <a:ext cx="6923812" cy="504031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0000" y="2541600"/>
            <a:ext cx="3095625" cy="32328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349FE94D-439C-40F1-900E-BC07940E3988}" type="datetime2">
              <a:rPr lang="en-US" smtClean="0"/>
              <a:t>Tuesday, June 3,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664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20000" y="2636838"/>
            <a:ext cx="10728325" cy="31321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5B75179A-1E2B-41AB-B400-4F1B4022FAEE}" type="datetime2">
              <a:rPr lang="en-US" smtClean="0"/>
              <a:t>Tuesday, June 3,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609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40486" y="720000"/>
            <a:ext cx="1477328" cy="5048975"/>
          </a:xfrm>
        </p:spPr>
        <p:txBody>
          <a:bodyPr vert="eaVert">
            <a:norm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1838" y="720000"/>
            <a:ext cx="8929614" cy="50489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05681D0F-6595-4F14-8EF3-954CD87C797B}" type="datetime2">
              <a:rPr lang="en-US" smtClean="0"/>
              <a:t>Tuesday, June 3,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405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646535-AEF6-4883-A4F9-EEC1F8B4319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2" cy="14773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0" y="2541600"/>
            <a:ext cx="10728325" cy="32273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 vert="horz" lIns="0" tIns="180000" rIns="0" bIns="180000" rtlCol="0" anchor="ctr"/>
          <a:lstStyle>
            <a:lvl1pPr algn="l">
              <a:lnSpc>
                <a:spcPct val="120000"/>
              </a:lnSpc>
              <a:defRPr sz="120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8DEA2CF1-0EB2-4673-802D-3371233E4A77}" type="datetime2">
              <a:rPr lang="en-US" smtClean="0"/>
              <a:t>Tuesday, June 3,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 vert="horz" lIns="0" tIns="180000" rIns="0" bIns="180000" rtlCol="0" anchor="ctr"/>
          <a:lstStyle>
            <a:lvl1pPr algn="ctr">
              <a:lnSpc>
                <a:spcPct val="120000"/>
              </a:lnSpc>
              <a:defRPr sz="120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 vert="horz" lIns="0" tIns="180000" rIns="0" bIns="180000" rtlCol="0" anchor="ctr"/>
          <a:lstStyle>
            <a:lvl1pPr algn="r">
              <a:lnSpc>
                <a:spcPct val="120000"/>
              </a:lnSpc>
              <a:defRPr sz="120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621B6DD-29C1-4FEA-923F-71EA1347694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2143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8" r:id="rId1"/>
    <p:sldLayoutId id="2147483799" r:id="rId2"/>
    <p:sldLayoutId id="2147483800" r:id="rId3"/>
    <p:sldLayoutId id="2147483801" r:id="rId4"/>
    <p:sldLayoutId id="2147483802" r:id="rId5"/>
    <p:sldLayoutId id="2147483796" r:id="rId6"/>
    <p:sldLayoutId id="2147483792" r:id="rId7"/>
    <p:sldLayoutId id="2147483793" r:id="rId8"/>
    <p:sldLayoutId id="2147483794" r:id="rId9"/>
    <p:sldLayoutId id="2147483795" r:id="rId10"/>
    <p:sldLayoutId id="2147483797" r:id="rId11"/>
  </p:sldLayoutIdLst>
  <p:hf sldNum="0" hdr="0" ftr="0" dt="0"/>
  <p:txStyles>
    <p:titleStyle>
      <a:lvl1pPr algn="l" defTabSz="914400" rtl="0" eaLnBrk="1" latinLnBrk="0" hangingPunct="1">
        <a:lnSpc>
          <a:spcPct val="88000"/>
        </a:lnSpc>
        <a:spcBef>
          <a:spcPct val="0"/>
        </a:spcBef>
        <a:buNone/>
        <a:defRPr sz="4400" kern="1200" cap="none" spc="4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346C807-3F94-5DDF-FCA9-E85C8A906425}"/>
              </a:ext>
            </a:extLst>
          </p:cNvPr>
          <p:cNvSpPr/>
          <p:nvPr/>
        </p:nvSpPr>
        <p:spPr>
          <a:xfrm>
            <a:off x="1118507" y="107189"/>
            <a:ext cx="9952263" cy="376268"/>
          </a:xfrm>
          <a:prstGeom prst="roundRect">
            <a:avLst/>
          </a:prstGeom>
          <a:solidFill>
            <a:srgbClr val="FFFF00">
              <a:alpha val="1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/>
              <a:t>Understand Azure NetApp Files and Astra Trident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8CC5988-BCE6-E59A-01BC-91F876145B1A}"/>
              </a:ext>
            </a:extLst>
          </p:cNvPr>
          <p:cNvSpPr txBox="1">
            <a:spLocks/>
          </p:cNvSpPr>
          <p:nvPr/>
        </p:nvSpPr>
        <p:spPr>
          <a:xfrm>
            <a:off x="731837" y="107189"/>
            <a:ext cx="10728322" cy="106846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8000"/>
              </a:lnSpc>
              <a:spcBef>
                <a:spcPct val="0"/>
              </a:spcBef>
              <a:buNone/>
              <a:defRPr sz="4400" kern="1200" cap="none" spc="4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2400" dirty="0">
              <a:latin typeface="Bahnschrift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DBC41A-DBA9-8324-E0C3-085C28B3BB43}"/>
              </a:ext>
            </a:extLst>
          </p:cNvPr>
          <p:cNvSpPr txBox="1"/>
          <p:nvPr/>
        </p:nvSpPr>
        <p:spPr>
          <a:xfrm>
            <a:off x="294729" y="641423"/>
            <a:ext cx="11897271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NetApp</a:t>
            </a:r>
            <a:r>
              <a:rPr lang="en-US" sz="2000" dirty="0"/>
              <a:t>: a data management company that provide storage related solutions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Azure NetApp Files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fully managed file service provided by Microsoft in partnership with NetApp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allows Microsoft to offer a high-performance file storage solution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well suited for workloads that demand random access</a:t>
            </a:r>
          </a:p>
          <a:p>
            <a:pPr lvl="2"/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Advantages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Performance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High throughput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Low latency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Flexible scaling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Optimized for workloads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High-availability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Automatic failover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Self-healing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Multi-protocol access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Data replication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Availability Zones and high-availability SLA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C0B16CD-660D-A41F-D08D-FE3F2B229D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1302" y="62497"/>
            <a:ext cx="640080" cy="64008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715F74B-6572-BF95-4A6C-2B4AE017A3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08379" y="54266"/>
            <a:ext cx="640080" cy="64008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B1341C-F123-8D02-40ED-3EA7B50F22D4}"/>
              </a:ext>
            </a:extLst>
          </p:cNvPr>
          <p:cNvSpPr txBox="1"/>
          <p:nvPr/>
        </p:nvSpPr>
        <p:spPr>
          <a:xfrm>
            <a:off x="6243364" y="3587999"/>
            <a:ext cx="460737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Data protection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Snapshot option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Integrated backup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Restore options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778964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346C807-3F94-5DDF-FCA9-E85C8A906425}"/>
              </a:ext>
            </a:extLst>
          </p:cNvPr>
          <p:cNvSpPr/>
          <p:nvPr/>
        </p:nvSpPr>
        <p:spPr>
          <a:xfrm>
            <a:off x="1118507" y="107189"/>
            <a:ext cx="9952263" cy="376268"/>
          </a:xfrm>
          <a:prstGeom prst="roundRect">
            <a:avLst/>
          </a:prstGeom>
          <a:solidFill>
            <a:srgbClr val="FFFF00">
              <a:alpha val="1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/>
              <a:t>Understand Azure NetApp Files and Astra Trident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8CC5988-BCE6-E59A-01BC-91F876145B1A}"/>
              </a:ext>
            </a:extLst>
          </p:cNvPr>
          <p:cNvSpPr txBox="1">
            <a:spLocks/>
          </p:cNvSpPr>
          <p:nvPr/>
        </p:nvSpPr>
        <p:spPr>
          <a:xfrm>
            <a:off x="731837" y="107189"/>
            <a:ext cx="10728322" cy="106846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8000"/>
              </a:lnSpc>
              <a:spcBef>
                <a:spcPct val="0"/>
              </a:spcBef>
              <a:buNone/>
              <a:defRPr sz="4400" kern="1200" cap="none" spc="4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2400" dirty="0">
              <a:latin typeface="Bahnschrift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DBC41A-DBA9-8324-E0C3-085C28B3BB43}"/>
              </a:ext>
            </a:extLst>
          </p:cNvPr>
          <p:cNvSpPr txBox="1"/>
          <p:nvPr/>
        </p:nvSpPr>
        <p:spPr>
          <a:xfrm>
            <a:off x="-57150" y="641423"/>
            <a:ext cx="4378736" cy="63940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50" b="1" dirty="0"/>
              <a:t>Azure NetApp Account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950" dirty="0"/>
              <a:t>Logical container for Azure NetApp Files service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95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50" b="1" dirty="0"/>
              <a:t>Azure NetApp Capacity Pool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950" dirty="0"/>
              <a:t>Used to hold the volumes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95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50" b="1"/>
              <a:t>SNET</a:t>
            </a:r>
            <a:r>
              <a:rPr lang="en-US" sz="1950"/>
              <a:t> </a:t>
            </a:r>
            <a:r>
              <a:rPr lang="en-US" sz="1950" dirty="0"/>
              <a:t>(with NetApp delegation)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95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50" b="1" dirty="0"/>
              <a:t>AKS specifics: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950" dirty="0"/>
              <a:t>Volume provisioning ways: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1950" dirty="0"/>
              <a:t>Static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1950" b="1" dirty="0"/>
              <a:t>Dynamic (on-demand)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1950" b="1" dirty="0"/>
              <a:t>Astra Trident </a:t>
            </a:r>
            <a:r>
              <a:rPr lang="en-US" sz="1950" dirty="0"/>
              <a:t>(storage orchestrator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195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95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95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95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950" dirty="0"/>
          </a:p>
          <a:p>
            <a:endParaRPr lang="en-US" sz="1950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C0B16CD-660D-A41F-D08D-FE3F2B229D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1302" y="62497"/>
            <a:ext cx="640080" cy="64008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715F74B-6572-BF95-4A6C-2B4AE017A3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08379" y="54266"/>
            <a:ext cx="640080" cy="640080"/>
          </a:xfrm>
          <a:prstGeom prst="rect">
            <a:avLst/>
          </a:prstGeom>
        </p:spPr>
      </p:pic>
      <p:pic>
        <p:nvPicPr>
          <p:cNvPr id="1026" name="Picture 2" descr="Conceptual diagram of storage hierarchy.">
            <a:extLst>
              <a:ext uri="{FF2B5EF4-FFF2-40B4-BE49-F238E27FC236}">
                <a16:creationId xmlns:a16="http://schemas.microsoft.com/office/drawing/2014/main" id="{B606DF94-573F-6133-DB60-CD15981F79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8715" y="747269"/>
            <a:ext cx="7756510" cy="4363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36827DC-AB56-C03F-3012-ED8DDB17A06A}"/>
              </a:ext>
            </a:extLst>
          </p:cNvPr>
          <p:cNvSpPr txBox="1"/>
          <p:nvPr/>
        </p:nvSpPr>
        <p:spPr>
          <a:xfrm>
            <a:off x="4608563" y="5030832"/>
            <a:ext cx="74131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Bahnschrift Light Condensed" panose="020B0502040204020203" pitchFamily="34" charset="0"/>
              </a:rPr>
              <a:t>Source: https://learn.microsoft.com/en-us/azure/azure-netapp-files/azure-netapp-files-understand-storage-hierarchy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00BBB3-6644-F9B5-4EE1-C43E802536D9}"/>
              </a:ext>
            </a:extLst>
          </p:cNvPr>
          <p:cNvSpPr txBox="1"/>
          <p:nvPr/>
        </p:nvSpPr>
        <p:spPr>
          <a:xfrm>
            <a:off x="1330779" y="5078603"/>
            <a:ext cx="10344150" cy="2192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50" dirty="0"/>
              <a:t>        developed by NetApp)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50" b="1" dirty="0"/>
              <a:t>App registration </a:t>
            </a:r>
            <a:r>
              <a:rPr lang="en-US" sz="1950" dirty="0"/>
              <a:t>linked within </a:t>
            </a:r>
            <a:r>
              <a:rPr lang="en-US" sz="1950" b="1" dirty="0"/>
              <a:t>Kubernetes secret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50" b="1" dirty="0" err="1"/>
              <a:t>TridentBackendConfig</a:t>
            </a:r>
            <a:r>
              <a:rPr lang="en-US" sz="1950" b="1" dirty="0"/>
              <a:t> </a:t>
            </a:r>
            <a:r>
              <a:rPr lang="en-US" sz="1950" dirty="0"/>
              <a:t>(allows managing </a:t>
            </a:r>
            <a:r>
              <a:rPr lang="en-US" sz="1950" b="1" dirty="0" err="1"/>
              <a:t>TridentBackend</a:t>
            </a:r>
            <a:r>
              <a:rPr lang="en-US" sz="1950" dirty="0"/>
              <a:t> via </a:t>
            </a:r>
            <a:r>
              <a:rPr lang="en-US" sz="1950" dirty="0" err="1"/>
              <a:t>kubectl</a:t>
            </a:r>
            <a:r>
              <a:rPr lang="en-US" sz="1950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50" b="1" dirty="0" err="1"/>
              <a:t>StorageClass</a:t>
            </a:r>
            <a:r>
              <a:rPr lang="en-US" sz="1950" dirty="0"/>
              <a:t> with the </a:t>
            </a:r>
            <a:r>
              <a:rPr lang="en-US" sz="1950" b="1" dirty="0"/>
              <a:t>csi.trident.netapp.io </a:t>
            </a:r>
            <a:r>
              <a:rPr lang="en-US" sz="1950" dirty="0"/>
              <a:t>provisioner -&gt; Create </a:t>
            </a:r>
            <a:r>
              <a:rPr lang="en-US" sz="1950" b="1" dirty="0"/>
              <a:t>PVC</a:t>
            </a:r>
            <a:r>
              <a:rPr lang="en-US" sz="1950" dirty="0"/>
              <a:t> -&gt; Mount in within </a:t>
            </a:r>
            <a:r>
              <a:rPr lang="en-US" sz="1950" b="1" dirty="0"/>
              <a:t>pods</a:t>
            </a:r>
          </a:p>
          <a:p>
            <a:endParaRPr lang="en-US" sz="195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950" dirty="0"/>
          </a:p>
        </p:txBody>
      </p:sp>
    </p:spTree>
    <p:extLst>
      <p:ext uri="{BB962C8B-B14F-4D97-AF65-F5344CB8AC3E}">
        <p14:creationId xmlns:p14="http://schemas.microsoft.com/office/powerpoint/2010/main" val="3431925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lobVTI">
  <a:themeElements>
    <a:clrScheme name="Blob V2">
      <a:dk1>
        <a:sysClr val="windowText" lastClr="000000"/>
      </a:dk1>
      <a:lt1>
        <a:sysClr val="window" lastClr="FFFFFF"/>
      </a:lt1>
      <a:dk2>
        <a:srgbClr val="0B2827"/>
      </a:dk2>
      <a:lt2>
        <a:srgbClr val="DAE3E3"/>
      </a:lt2>
      <a:accent1>
        <a:srgbClr val="B495C2"/>
      </a:accent1>
      <a:accent2>
        <a:srgbClr val="767E37"/>
      </a:accent2>
      <a:accent3>
        <a:srgbClr val="8FA3A3"/>
      </a:accent3>
      <a:accent4>
        <a:srgbClr val="CE7F01"/>
      </a:accent4>
      <a:accent5>
        <a:srgbClr val="D15A29"/>
      </a:accent5>
      <a:accent6>
        <a:srgbClr val="B88470"/>
      </a:accent6>
      <a:hlink>
        <a:srgbClr val="B57001"/>
      </a:hlink>
      <a:folHlink>
        <a:srgbClr val="996209"/>
      </a:folHlink>
    </a:clrScheme>
    <a:fontScheme name="Blob">
      <a:majorFont>
        <a:latin typeface="The Hand Extrablack"/>
        <a:ea typeface=""/>
        <a:cs typeface=""/>
      </a:majorFont>
      <a:minorFont>
        <a:latin typeface="Sagona Book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bVTI" id="{06D3AACF-B619-4265-899F-5E2FB3A445D5}" vid="{F5918863-BA1A-4735-81A8-3E7BFBDA8478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3750</TotalTime>
  <Words>186</Words>
  <Application>Microsoft Office PowerPoint</Application>
  <PresentationFormat>Widescreen</PresentationFormat>
  <Paragraphs>48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Bahnschrift</vt:lpstr>
      <vt:lpstr>Bahnschrift Light Condensed</vt:lpstr>
      <vt:lpstr>Sagona Book</vt:lpstr>
      <vt:lpstr>The Hand Extrablack</vt:lpstr>
      <vt:lpstr>BlobVTI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Manually scale pod replicas and node count</dc:title>
  <dc:creator>Andrei Barbu (AKS)</dc:creator>
  <cp:lastModifiedBy>Andrei Barbu</cp:lastModifiedBy>
  <cp:revision>5</cp:revision>
  <dcterms:created xsi:type="dcterms:W3CDTF">2023-01-17T21:07:16Z</dcterms:created>
  <dcterms:modified xsi:type="dcterms:W3CDTF">2025-06-03T11:34:53Z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etDate">
    <vt:lpwstr>2023-02-02T19:16:49Z</vt:lpwstr>
  </property>
  <property fmtid="{D5CDD505-2E9C-101B-9397-08002B2CF9AE}" pid="4" name="MSIP_Label_f42aa342-8706-4288-bd11-ebb85995028c_Method">
    <vt:lpwstr>Standard</vt:lpwstr>
  </property>
  <property fmtid="{D5CDD505-2E9C-101B-9397-08002B2CF9AE}" pid="5" name="MSIP_Label_f42aa342-8706-4288-bd11-ebb85995028c_Name">
    <vt:lpwstr>Internal</vt:lpwstr>
  </property>
  <property fmtid="{D5CDD505-2E9C-101B-9397-08002B2CF9AE}" pid="6" name="MSIP_Label_f42aa342-8706-4288-bd11-ebb85995028c_SiteId">
    <vt:lpwstr>72f988bf-86f1-41af-91ab-2d7cd011db47</vt:lpwstr>
  </property>
  <property fmtid="{D5CDD505-2E9C-101B-9397-08002B2CF9AE}" pid="7" name="MSIP_Label_f42aa342-8706-4288-bd11-ebb85995028c_ActionId">
    <vt:lpwstr>c7c9c4bb-4df6-416e-8fcd-54d408606425</vt:lpwstr>
  </property>
  <property fmtid="{D5CDD505-2E9C-101B-9397-08002B2CF9AE}" pid="8" name="MSIP_Label_f42aa342-8706-4288-bd11-ebb85995028c_ContentBits">
    <vt:lpwstr>0</vt:lpwstr>
  </property>
</Properties>
</file>